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notesSlides/notesSlide2.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65" r:id="rId2"/>
    <p:sldId id="525" r:id="rId3"/>
    <p:sldId id="527" r:id="rId4"/>
    <p:sldId id="742" r:id="rId5"/>
    <p:sldId id="584" r:id="rId6"/>
    <p:sldId id="585" r:id="rId7"/>
    <p:sldId id="587" r:id="rId8"/>
    <p:sldId id="588" r:id="rId9"/>
    <p:sldId id="778" r:id="rId10"/>
    <p:sldId id="589" r:id="rId11"/>
    <p:sldId id="779" r:id="rId12"/>
    <p:sldId id="592" r:id="rId13"/>
    <p:sldId id="711" r:id="rId14"/>
    <p:sldId id="542" r:id="rId15"/>
    <p:sldId id="536" r:id="rId16"/>
    <p:sldId id="539" r:id="rId17"/>
    <p:sldId id="741" r:id="rId18"/>
    <p:sldId id="626" r:id="rId19"/>
    <p:sldId id="627" r:id="rId20"/>
    <p:sldId id="628" r:id="rId21"/>
    <p:sldId id="629" r:id="rId22"/>
    <p:sldId id="683" r:id="rId23"/>
    <p:sldId id="697" r:id="rId24"/>
    <p:sldId id="737" r:id="rId25"/>
    <p:sldId id="747" r:id="rId26"/>
    <p:sldId id="748" r:id="rId27"/>
    <p:sldId id="780" r:id="rId2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840" userDrawn="1">
          <p15:clr>
            <a:srgbClr val="A4A3A4"/>
          </p15:clr>
        </p15:guide>
        <p15:guide id="2" pos="58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CFEF0"/>
    <a:srgbClr val="7AD33D"/>
    <a:srgbClr val="33CC33"/>
    <a:srgbClr val="66FF33"/>
    <a:srgbClr val="CC9900"/>
    <a:srgbClr val="99FF66"/>
    <a:srgbClr val="FF3737"/>
    <a:srgbClr val="84EEFC"/>
    <a:srgbClr val="F9A149"/>
    <a:srgbClr val="A8D7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83" autoAdjust="0"/>
    <p:restoredTop sz="88344" autoAdjust="0"/>
  </p:normalViewPr>
  <p:slideViewPr>
    <p:cSldViewPr snapToGrid="0">
      <p:cViewPr varScale="1">
        <p:scale>
          <a:sx n="99" d="100"/>
          <a:sy n="99" d="100"/>
        </p:scale>
        <p:origin x="2040" y="176"/>
      </p:cViewPr>
      <p:guideLst>
        <p:guide orient="horz" pos="3840"/>
        <p:guide pos="584"/>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5226"/>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1.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1.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B921F29-24B7-432F-A56F-AEEF3B629798}" type="datetimeFigureOut">
              <a:rPr lang="en-US" smtClean="0"/>
              <a:pPr/>
              <a:t>8/2/20</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27E4DCE-8EA1-45F0-A96C-10EF99A28FB1}" type="slidenum">
              <a:rPr lang="en-US" smtClean="0"/>
              <a:pPr/>
              <a:t>‹#›</a:t>
            </a:fld>
            <a:endParaRPr lang="en-US" dirty="0"/>
          </a:p>
        </p:txBody>
      </p:sp>
    </p:spTree>
    <p:extLst>
      <p:ext uri="{BB962C8B-B14F-4D97-AF65-F5344CB8AC3E}">
        <p14:creationId xmlns:p14="http://schemas.microsoft.com/office/powerpoint/2010/main" val="29545774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327E4DCE-8EA1-45F0-A96C-10EF99A28FB1}" type="slidenum">
              <a:rPr lang="en-US" smtClean="0"/>
              <a:pPr/>
              <a:t>1</a:t>
            </a:fld>
            <a:endParaRPr lang="en-US" dirty="0"/>
          </a:p>
        </p:txBody>
      </p:sp>
    </p:spTree>
    <p:extLst>
      <p:ext uri="{BB962C8B-B14F-4D97-AF65-F5344CB8AC3E}">
        <p14:creationId xmlns:p14="http://schemas.microsoft.com/office/powerpoint/2010/main" val="26743449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p:cNvSpPr>
            <a:spLocks noGrp="1" noChangeArrowheads="1"/>
          </p:cNvSpPr>
          <p:nvPr>
            <p:ph type="sldNum" sz="quarter" idx="5"/>
          </p:nvPr>
        </p:nvSpPr>
        <p:spPr>
          <a:ln/>
        </p:spPr>
        <p:txBody>
          <a:bodyPr/>
          <a:lstStyle/>
          <a:p>
            <a:fld id="{5012A628-3996-4417-A10D-023E1C5E9B06}" type="slidenum">
              <a:rPr lang="en-GB" altLang="en-US"/>
              <a:pPr/>
              <a:t>5</a:t>
            </a:fld>
            <a:endParaRPr lang="en-GB" altLang="en-US"/>
          </a:p>
        </p:txBody>
      </p:sp>
      <p:sp>
        <p:nvSpPr>
          <p:cNvPr id="868354" name="Rectangle 7"/>
          <p:cNvSpPr txBox="1">
            <a:spLocks noGrp="1" noChangeArrowheads="1"/>
          </p:cNvSpPr>
          <p:nvPr/>
        </p:nvSpPr>
        <p:spPr bwMode="auto">
          <a:xfrm>
            <a:off x="5673725" y="6513513"/>
            <a:ext cx="4341813"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a:spcBef>
                <a:spcPct val="0"/>
              </a:spcBef>
              <a:defRPr>
                <a:solidFill>
                  <a:schemeClr val="tx1"/>
                </a:solidFill>
                <a:latin typeface="Arial" panose="020B0604020202020204" pitchFamily="34" charset="0"/>
              </a:defRPr>
            </a:lvl1pPr>
            <a:lvl2pPr marL="742950" indent="-285750" algn="l">
              <a:spcBef>
                <a:spcPct val="0"/>
              </a:spcBef>
              <a:defRPr>
                <a:solidFill>
                  <a:schemeClr val="tx1"/>
                </a:solidFill>
                <a:latin typeface="Arial" panose="020B0604020202020204" pitchFamily="34" charset="0"/>
              </a:defRPr>
            </a:lvl2pPr>
            <a:lvl3pPr marL="1143000" indent="-228600" algn="l">
              <a:spcBef>
                <a:spcPct val="0"/>
              </a:spcBef>
              <a:defRPr>
                <a:solidFill>
                  <a:schemeClr val="tx1"/>
                </a:solidFill>
                <a:latin typeface="Arial" panose="020B0604020202020204" pitchFamily="34" charset="0"/>
              </a:defRPr>
            </a:lvl3pPr>
            <a:lvl4pPr marL="1600200" indent="-228600" algn="l">
              <a:spcBef>
                <a:spcPct val="0"/>
              </a:spcBef>
              <a:defRPr>
                <a:solidFill>
                  <a:schemeClr val="tx1"/>
                </a:solidFill>
                <a:latin typeface="Arial" panose="020B0604020202020204" pitchFamily="34" charset="0"/>
              </a:defRPr>
            </a:lvl4pPr>
            <a:lvl5pPr marL="2057400" indent="-228600" algn="l">
              <a:spcBef>
                <a:spcPct val="0"/>
              </a:spcBef>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fld id="{CFEF1ABA-4615-4C66-A586-FA37A44CED7C}" type="slidenum">
              <a:rPr lang="en-US" altLang="en-US" sz="1200" b="0"/>
              <a:pPr algn="r"/>
              <a:t>5</a:t>
            </a:fld>
            <a:endParaRPr lang="en-US" altLang="en-US" sz="1200" b="0"/>
          </a:p>
        </p:txBody>
      </p:sp>
      <p:sp>
        <p:nvSpPr>
          <p:cNvPr id="868355" name="Rectangle 2"/>
          <p:cNvSpPr>
            <a:spLocks noGrp="1" noRot="1" noChangeAspect="1" noChangeArrowheads="1" noTextEdit="1"/>
          </p:cNvSpPr>
          <p:nvPr>
            <p:ph type="sldImg"/>
          </p:nvPr>
        </p:nvSpPr>
        <p:spPr>
          <a:xfrm>
            <a:off x="1073150" y="885825"/>
            <a:ext cx="7808913" cy="5856288"/>
          </a:xfrm>
          <a:ln/>
        </p:spPr>
      </p:sp>
      <p:sp>
        <p:nvSpPr>
          <p:cNvPr id="868356" name="Rectangle 3"/>
          <p:cNvSpPr>
            <a:spLocks noGrp="1" noChangeArrowheads="1"/>
          </p:cNvSpPr>
          <p:nvPr>
            <p:ph type="body" idx="1"/>
          </p:nvPr>
        </p:nvSpPr>
        <p:spPr>
          <a:xfrm>
            <a:off x="1196975" y="254000"/>
            <a:ext cx="8534400" cy="217488"/>
          </a:xfrm>
        </p:spPr>
        <p:txBody>
          <a:bodyPr lIns="91440" tIns="45720" rIns="91440" bIns="45720">
            <a:normAutofit fontScale="85000" lnSpcReduction="20000"/>
          </a:bodyPr>
          <a:lstStyle/>
          <a:p>
            <a:endParaRPr lang="en-US" altLang="en-US" dirty="0"/>
          </a:p>
        </p:txBody>
      </p:sp>
    </p:spTree>
    <p:extLst>
      <p:ext uri="{BB962C8B-B14F-4D97-AF65-F5344CB8AC3E}">
        <p14:creationId xmlns:p14="http://schemas.microsoft.com/office/powerpoint/2010/main" val="10518434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p:cNvSpPr>
            <a:spLocks noGrp="1" noChangeArrowheads="1"/>
          </p:cNvSpPr>
          <p:nvPr>
            <p:ph type="sldNum" sz="quarter" idx="5"/>
          </p:nvPr>
        </p:nvSpPr>
        <p:spPr>
          <a:ln/>
        </p:spPr>
        <p:txBody>
          <a:bodyPr/>
          <a:lstStyle/>
          <a:p>
            <a:fld id="{27555ED5-241D-4C56-8CF9-D6BE7345D12C}" type="slidenum">
              <a:rPr lang="en-GB" altLang="en-US"/>
              <a:pPr/>
              <a:t>6</a:t>
            </a:fld>
            <a:endParaRPr lang="en-GB" altLang="en-US"/>
          </a:p>
        </p:txBody>
      </p:sp>
      <p:sp>
        <p:nvSpPr>
          <p:cNvPr id="870402" name="Rectangle 7"/>
          <p:cNvSpPr txBox="1">
            <a:spLocks noGrp="1" noChangeArrowheads="1"/>
          </p:cNvSpPr>
          <p:nvPr/>
        </p:nvSpPr>
        <p:spPr bwMode="auto">
          <a:xfrm>
            <a:off x="5673725" y="6513513"/>
            <a:ext cx="4341813"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a:spcBef>
                <a:spcPct val="0"/>
              </a:spcBef>
              <a:defRPr>
                <a:solidFill>
                  <a:schemeClr val="tx1"/>
                </a:solidFill>
                <a:latin typeface="Arial" panose="020B0604020202020204" pitchFamily="34" charset="0"/>
              </a:defRPr>
            </a:lvl1pPr>
            <a:lvl2pPr marL="742950" indent="-285750" algn="l">
              <a:spcBef>
                <a:spcPct val="0"/>
              </a:spcBef>
              <a:defRPr>
                <a:solidFill>
                  <a:schemeClr val="tx1"/>
                </a:solidFill>
                <a:latin typeface="Arial" panose="020B0604020202020204" pitchFamily="34" charset="0"/>
              </a:defRPr>
            </a:lvl2pPr>
            <a:lvl3pPr marL="1143000" indent="-228600" algn="l">
              <a:spcBef>
                <a:spcPct val="0"/>
              </a:spcBef>
              <a:defRPr>
                <a:solidFill>
                  <a:schemeClr val="tx1"/>
                </a:solidFill>
                <a:latin typeface="Arial" panose="020B0604020202020204" pitchFamily="34" charset="0"/>
              </a:defRPr>
            </a:lvl3pPr>
            <a:lvl4pPr marL="1600200" indent="-228600" algn="l">
              <a:spcBef>
                <a:spcPct val="0"/>
              </a:spcBef>
              <a:defRPr>
                <a:solidFill>
                  <a:schemeClr val="tx1"/>
                </a:solidFill>
                <a:latin typeface="Arial" panose="020B0604020202020204" pitchFamily="34" charset="0"/>
              </a:defRPr>
            </a:lvl4pPr>
            <a:lvl5pPr marL="2057400" indent="-228600" algn="l">
              <a:spcBef>
                <a:spcPct val="0"/>
              </a:spcBef>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fld id="{A08A0699-DDCB-4D21-A0C0-94DCC1C8DEBA}" type="slidenum">
              <a:rPr lang="en-US" altLang="en-US" sz="1200" b="0"/>
              <a:pPr algn="r"/>
              <a:t>6</a:t>
            </a:fld>
            <a:endParaRPr lang="en-US" altLang="en-US" sz="1200" b="0"/>
          </a:p>
        </p:txBody>
      </p:sp>
      <p:sp>
        <p:nvSpPr>
          <p:cNvPr id="870403" name="Rectangle 2"/>
          <p:cNvSpPr>
            <a:spLocks noGrp="1" noRot="1" noChangeAspect="1" noChangeArrowheads="1" noTextEdit="1"/>
          </p:cNvSpPr>
          <p:nvPr>
            <p:ph type="sldImg"/>
          </p:nvPr>
        </p:nvSpPr>
        <p:spPr>
          <a:xfrm>
            <a:off x="1073150" y="885825"/>
            <a:ext cx="7808913" cy="5856288"/>
          </a:xfrm>
          <a:ln/>
        </p:spPr>
      </p:sp>
      <p:sp>
        <p:nvSpPr>
          <p:cNvPr id="870404" name="Rectangle 3"/>
          <p:cNvSpPr>
            <a:spLocks noGrp="1" noChangeArrowheads="1"/>
          </p:cNvSpPr>
          <p:nvPr>
            <p:ph type="body" idx="1"/>
          </p:nvPr>
        </p:nvSpPr>
        <p:spPr>
          <a:xfrm>
            <a:off x="1196975" y="254000"/>
            <a:ext cx="8534400" cy="217488"/>
          </a:xfrm>
        </p:spPr>
        <p:txBody>
          <a:bodyPr lIns="91440" tIns="45720" rIns="91440" bIns="45720">
            <a:normAutofit fontScale="85000" lnSpcReduction="20000"/>
          </a:bodyPr>
          <a:lstStyle/>
          <a:p>
            <a:endParaRPr lang="en-US" altLang="en-US"/>
          </a:p>
        </p:txBody>
      </p:sp>
    </p:spTree>
    <p:extLst>
      <p:ext uri="{BB962C8B-B14F-4D97-AF65-F5344CB8AC3E}">
        <p14:creationId xmlns:p14="http://schemas.microsoft.com/office/powerpoint/2010/main" val="19141938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Why</a:t>
            </a:r>
            <a:r>
              <a:rPr lang="en-US" baseline="0" dirty="0"/>
              <a:t> obvious response – it is the easiest thing to do !</a:t>
            </a:r>
          </a:p>
          <a:p>
            <a:r>
              <a:rPr lang="en-US" baseline="0" dirty="0"/>
              <a:t>What are the roadblocks to getting a desired response ?</a:t>
            </a:r>
            <a:endParaRPr lang="en-IN" dirty="0"/>
          </a:p>
        </p:txBody>
      </p:sp>
      <p:sp>
        <p:nvSpPr>
          <p:cNvPr id="4" name="Slide Number Placeholder 3"/>
          <p:cNvSpPr>
            <a:spLocks noGrp="1"/>
          </p:cNvSpPr>
          <p:nvPr>
            <p:ph type="sldNum" sz="quarter" idx="10"/>
          </p:nvPr>
        </p:nvSpPr>
        <p:spPr/>
        <p:txBody>
          <a:bodyPr/>
          <a:lstStyle/>
          <a:p>
            <a:fld id="{327E4DCE-8EA1-45F0-A96C-10EF99A28FB1}" type="slidenum">
              <a:rPr lang="en-US" smtClean="0"/>
              <a:pPr/>
              <a:t>8</a:t>
            </a:fld>
            <a:endParaRPr lang="en-US" dirty="0"/>
          </a:p>
        </p:txBody>
      </p:sp>
    </p:spTree>
    <p:extLst>
      <p:ext uri="{BB962C8B-B14F-4D97-AF65-F5344CB8AC3E}">
        <p14:creationId xmlns:p14="http://schemas.microsoft.com/office/powerpoint/2010/main" val="10278710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Microsoft strategy has been to grow market share through muscle</a:t>
            </a:r>
          </a:p>
          <a:p>
            <a:r>
              <a:rPr lang="en-US" dirty="0"/>
              <a:t>Apple</a:t>
            </a:r>
            <a:r>
              <a:rPr lang="en-US" baseline="0" dirty="0"/>
              <a:t> grew its market share through increasing the share of wallet of its existing customer base of Apple devices</a:t>
            </a:r>
          </a:p>
          <a:p>
            <a:r>
              <a:rPr lang="en-US" baseline="0" dirty="0"/>
              <a:t>People who use Apple devices are hooked to them for life- Apple’s story about its loyal customers is now legendary</a:t>
            </a:r>
            <a:endParaRPr lang="en-IN" dirty="0"/>
          </a:p>
        </p:txBody>
      </p:sp>
      <p:sp>
        <p:nvSpPr>
          <p:cNvPr id="4" name="Slide Number Placeholder 3"/>
          <p:cNvSpPr>
            <a:spLocks noGrp="1"/>
          </p:cNvSpPr>
          <p:nvPr>
            <p:ph type="sldNum" sz="quarter" idx="10"/>
          </p:nvPr>
        </p:nvSpPr>
        <p:spPr/>
        <p:txBody>
          <a:bodyPr/>
          <a:lstStyle/>
          <a:p>
            <a:fld id="{327E4DCE-8EA1-45F0-A96C-10EF99A28FB1}" type="slidenum">
              <a:rPr lang="en-US" smtClean="0"/>
              <a:pPr/>
              <a:t>10</a:t>
            </a:fld>
            <a:endParaRPr lang="en-US" dirty="0"/>
          </a:p>
        </p:txBody>
      </p:sp>
    </p:spTree>
    <p:extLst>
      <p:ext uri="{BB962C8B-B14F-4D97-AF65-F5344CB8AC3E}">
        <p14:creationId xmlns:p14="http://schemas.microsoft.com/office/powerpoint/2010/main" val="23405971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Application of segmentation</a:t>
            </a:r>
            <a:r>
              <a:rPr lang="en-US" baseline="0" dirty="0"/>
              <a:t> is to engage customers and reward them often, help in carrying out targeted marketing strategies.</a:t>
            </a:r>
            <a:endParaRPr lang="en-US" dirty="0"/>
          </a:p>
        </p:txBody>
      </p:sp>
      <p:sp>
        <p:nvSpPr>
          <p:cNvPr id="4" name="Slide Number Placeholder 3"/>
          <p:cNvSpPr>
            <a:spLocks noGrp="1"/>
          </p:cNvSpPr>
          <p:nvPr>
            <p:ph type="sldNum" sz="quarter" idx="10"/>
          </p:nvPr>
        </p:nvSpPr>
        <p:spPr/>
        <p:txBody>
          <a:bodyPr/>
          <a:lstStyle/>
          <a:p>
            <a:fld id="{327E4DCE-8EA1-45F0-A96C-10EF99A28FB1}" type="slidenum">
              <a:rPr lang="en-US" smtClean="0"/>
              <a:pPr/>
              <a:t>14</a:t>
            </a:fld>
            <a:endParaRPr lang="en-US" dirty="0"/>
          </a:p>
        </p:txBody>
      </p:sp>
    </p:spTree>
    <p:extLst>
      <p:ext uri="{BB962C8B-B14F-4D97-AF65-F5344CB8AC3E}">
        <p14:creationId xmlns:p14="http://schemas.microsoft.com/office/powerpoint/2010/main" val="17188363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1B6F0CBF-7735-4FF4-88D1-3DBB6976FD1E}" type="slidenum">
              <a:rPr lang="en-GB" altLang="en-US">
                <a:solidFill>
                  <a:prstClr val="black"/>
                </a:solidFill>
              </a:rPr>
              <a:pPr/>
              <a:t>18</a:t>
            </a:fld>
            <a:endParaRPr lang="en-GB" altLang="en-US">
              <a:solidFill>
                <a:prstClr val="black"/>
              </a:solidFill>
            </a:endParaRPr>
          </a:p>
        </p:txBody>
      </p:sp>
      <p:sp>
        <p:nvSpPr>
          <p:cNvPr id="259074" name="Rectangle 2"/>
          <p:cNvSpPr>
            <a:spLocks noGrp="1" noRot="1" noChangeAspect="1" noChangeArrowheads="1" noTextEdit="1"/>
          </p:cNvSpPr>
          <p:nvPr>
            <p:ph type="sldImg"/>
          </p:nvPr>
        </p:nvSpPr>
        <p:spPr>
          <a:xfrm>
            <a:off x="941388" y="749300"/>
            <a:ext cx="5018087" cy="3765550"/>
          </a:xfrm>
          <a:ln/>
        </p:spPr>
      </p:sp>
      <p:sp>
        <p:nvSpPr>
          <p:cNvPr id="259075" name="Rectangle 3"/>
          <p:cNvSpPr>
            <a:spLocks noGrp="1" noChangeArrowheads="1"/>
          </p:cNvSpPr>
          <p:nvPr>
            <p:ph type="body" idx="1"/>
          </p:nvPr>
        </p:nvSpPr>
        <p:spPr>
          <a:xfrm>
            <a:off x="917886" y="4768075"/>
            <a:ext cx="5060333" cy="248134"/>
          </a:xfrm>
        </p:spPr>
        <p:txBody>
          <a:bodyPr lIns="93334" tIns="46667" rIns="93334" bIns="46667">
            <a:normAutofit fontScale="92500" lnSpcReduction="10000"/>
          </a:bodyPr>
          <a:lstStyle/>
          <a:p>
            <a:endParaRPr lang="en-US" altLang="en-US" dirty="0"/>
          </a:p>
        </p:txBody>
      </p:sp>
      <p:pic>
        <p:nvPicPr>
          <p:cNvPr id="25907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89096" y="5753214"/>
            <a:ext cx="482088" cy="2844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365158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A28BBEE-5612-4C72-AD3C-3DB927FBF2C6}" type="slidenum">
              <a:rPr lang="en-GB" altLang="en-US">
                <a:solidFill>
                  <a:prstClr val="black"/>
                </a:solidFill>
              </a:rPr>
              <a:pPr/>
              <a:t>19</a:t>
            </a:fld>
            <a:endParaRPr lang="en-GB" altLang="en-US">
              <a:solidFill>
                <a:prstClr val="black"/>
              </a:solidFill>
            </a:endParaRPr>
          </a:p>
        </p:txBody>
      </p:sp>
      <p:sp>
        <p:nvSpPr>
          <p:cNvPr id="265218" name="Rectangle 2"/>
          <p:cNvSpPr>
            <a:spLocks noGrp="1" noRot="1" noChangeAspect="1" noChangeArrowheads="1" noTextEdit="1"/>
          </p:cNvSpPr>
          <p:nvPr>
            <p:ph type="sldImg"/>
          </p:nvPr>
        </p:nvSpPr>
        <p:spPr>
          <a:xfrm>
            <a:off x="941388" y="752475"/>
            <a:ext cx="5016500" cy="3762375"/>
          </a:xfrm>
          <a:ln/>
        </p:spPr>
      </p:sp>
      <p:sp>
        <p:nvSpPr>
          <p:cNvPr id="265219" name="Rectangle 3"/>
          <p:cNvSpPr>
            <a:spLocks noGrp="1" noChangeArrowheads="1"/>
          </p:cNvSpPr>
          <p:nvPr>
            <p:ph type="body" idx="1"/>
          </p:nvPr>
        </p:nvSpPr>
        <p:spPr>
          <a:xfrm>
            <a:off x="919480" y="4768075"/>
            <a:ext cx="5057140" cy="252474"/>
          </a:xfrm>
        </p:spPr>
        <p:txBody>
          <a:bodyPr lIns="97633" tIns="48816" rIns="97633" bIns="48816">
            <a:normAutofit fontScale="92500" lnSpcReduction="10000"/>
          </a:bodyPr>
          <a:lstStyle/>
          <a:p>
            <a:endParaRPr lang="en-US" altLang="en-US"/>
          </a:p>
        </p:txBody>
      </p:sp>
    </p:spTree>
    <p:extLst>
      <p:ext uri="{BB962C8B-B14F-4D97-AF65-F5344CB8AC3E}">
        <p14:creationId xmlns:p14="http://schemas.microsoft.com/office/powerpoint/2010/main" val="9210752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1256731-636C-4C20-94A7-1BF26219C2DD}" type="slidenum">
              <a:rPr lang="en-GB" altLang="en-US">
                <a:solidFill>
                  <a:prstClr val="black"/>
                </a:solidFill>
              </a:rPr>
              <a:pPr/>
              <a:t>20</a:t>
            </a:fld>
            <a:endParaRPr lang="en-GB" altLang="en-US">
              <a:solidFill>
                <a:prstClr val="black"/>
              </a:solidFill>
            </a:endParaRPr>
          </a:p>
        </p:txBody>
      </p:sp>
      <p:sp>
        <p:nvSpPr>
          <p:cNvPr id="261122" name="Rectangle 2"/>
          <p:cNvSpPr>
            <a:spLocks noGrp="1" noRot="1" noChangeAspect="1" noChangeArrowheads="1" noTextEdit="1"/>
          </p:cNvSpPr>
          <p:nvPr>
            <p:ph type="sldImg"/>
          </p:nvPr>
        </p:nvSpPr>
        <p:spPr>
          <a:xfrm>
            <a:off x="941388" y="752475"/>
            <a:ext cx="5016500" cy="3762375"/>
          </a:xfrm>
          <a:ln/>
        </p:spPr>
      </p:sp>
      <p:sp>
        <p:nvSpPr>
          <p:cNvPr id="261123" name="Rectangle 3"/>
          <p:cNvSpPr>
            <a:spLocks noGrp="1" noChangeArrowheads="1"/>
          </p:cNvSpPr>
          <p:nvPr>
            <p:ph type="body" idx="1"/>
          </p:nvPr>
        </p:nvSpPr>
        <p:spPr>
          <a:xfrm>
            <a:off x="919480" y="4768075"/>
            <a:ext cx="5057140" cy="252474"/>
          </a:xfrm>
        </p:spPr>
        <p:txBody>
          <a:bodyPr lIns="97633" tIns="48816" rIns="97633" bIns="48816">
            <a:normAutofit fontScale="92500" lnSpcReduction="10000"/>
          </a:bodyPr>
          <a:lstStyle/>
          <a:p>
            <a:endParaRPr lang="en-US" altLang="en-US"/>
          </a:p>
        </p:txBody>
      </p:sp>
    </p:spTree>
    <p:extLst>
      <p:ext uri="{BB962C8B-B14F-4D97-AF65-F5344CB8AC3E}">
        <p14:creationId xmlns:p14="http://schemas.microsoft.com/office/powerpoint/2010/main" val="3787493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A67C6D8-929E-4640-9B82-00CCE7A9F998}" type="slidenum">
              <a:rPr lang="en-GB" altLang="en-US">
                <a:solidFill>
                  <a:prstClr val="black"/>
                </a:solidFill>
              </a:rPr>
              <a:pPr/>
              <a:t>21</a:t>
            </a:fld>
            <a:endParaRPr lang="en-GB" altLang="en-US">
              <a:solidFill>
                <a:prstClr val="black"/>
              </a:solidFill>
            </a:endParaRPr>
          </a:p>
        </p:txBody>
      </p:sp>
      <p:sp>
        <p:nvSpPr>
          <p:cNvPr id="248834" name="Rectangle 2"/>
          <p:cNvSpPr>
            <a:spLocks noGrp="1" noRot="1" noChangeAspect="1" noChangeArrowheads="1" noTextEdit="1"/>
          </p:cNvSpPr>
          <p:nvPr>
            <p:ph type="sldImg"/>
          </p:nvPr>
        </p:nvSpPr>
        <p:spPr>
          <a:xfrm>
            <a:off x="941388" y="752475"/>
            <a:ext cx="5016500" cy="3762375"/>
          </a:xfrm>
          <a:ln/>
        </p:spPr>
      </p:sp>
      <p:sp>
        <p:nvSpPr>
          <p:cNvPr id="248835" name="Rectangle 3"/>
          <p:cNvSpPr>
            <a:spLocks noGrp="1" noChangeArrowheads="1"/>
          </p:cNvSpPr>
          <p:nvPr>
            <p:ph type="body" idx="1"/>
          </p:nvPr>
        </p:nvSpPr>
        <p:spPr>
          <a:xfrm>
            <a:off x="917886" y="4768075"/>
            <a:ext cx="5060333" cy="255133"/>
          </a:xfrm>
        </p:spPr>
        <p:txBody>
          <a:bodyPr lIns="100266" tIns="50133" rIns="100266" bIns="50133">
            <a:normAutofit fontScale="92500" lnSpcReduction="10000"/>
          </a:bodyPr>
          <a:lstStyle/>
          <a:p>
            <a:endParaRPr lang="en-US" altLang="en-US"/>
          </a:p>
        </p:txBody>
      </p:sp>
    </p:spTree>
    <p:extLst>
      <p:ext uri="{BB962C8B-B14F-4D97-AF65-F5344CB8AC3E}">
        <p14:creationId xmlns:p14="http://schemas.microsoft.com/office/powerpoint/2010/main" val="35123058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5" name="Rectangle 2"/>
          <p:cNvSpPr>
            <a:spLocks noGrp="1" noRot="1" noChangeAspect="1" noChangeArrowheads="1" noTextEdit="1"/>
          </p:cNvSpPr>
          <p:nvPr>
            <p:ph type="sldImg"/>
          </p:nvPr>
        </p:nvSpPr>
        <p:spPr>
          <a:ln/>
        </p:spPr>
      </p:sp>
      <p:sp>
        <p:nvSpPr>
          <p:cNvPr id="175106" name="Rectangle 3"/>
          <p:cNvSpPr>
            <a:spLocks noGrp="1" noChangeArrowheads="1"/>
          </p:cNvSpPr>
          <p:nvPr>
            <p:ph type="body" idx="1"/>
          </p:nvPr>
        </p:nvSpPr>
        <p:spPr>
          <a:xfrm>
            <a:off x="914400" y="4343400"/>
            <a:ext cx="5029200" cy="4114800"/>
          </a:xfrm>
          <a:noFill/>
          <a:ln/>
        </p:spPr>
        <p:txBody>
          <a:bodyPr/>
          <a:lstStyle/>
          <a:p>
            <a:endParaRPr lang="en-US" dirty="0"/>
          </a:p>
        </p:txBody>
      </p:sp>
    </p:spTree>
    <p:extLst>
      <p:ext uri="{BB962C8B-B14F-4D97-AF65-F5344CB8AC3E}">
        <p14:creationId xmlns:p14="http://schemas.microsoft.com/office/powerpoint/2010/main" val="6724397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5" name="Rectangle 2"/>
          <p:cNvSpPr>
            <a:spLocks noGrp="1" noRot="1" noChangeAspect="1" noChangeArrowheads="1" noTextEdit="1"/>
          </p:cNvSpPr>
          <p:nvPr>
            <p:ph type="sldImg"/>
          </p:nvPr>
        </p:nvSpPr>
        <p:spPr>
          <a:ln/>
        </p:spPr>
      </p:sp>
      <p:sp>
        <p:nvSpPr>
          <p:cNvPr id="175106" name="Rectangle 3"/>
          <p:cNvSpPr>
            <a:spLocks noGrp="1" noChangeArrowheads="1"/>
          </p:cNvSpPr>
          <p:nvPr>
            <p:ph type="body" idx="1"/>
          </p:nvPr>
        </p:nvSpPr>
        <p:spPr>
          <a:xfrm>
            <a:off x="914400" y="4343400"/>
            <a:ext cx="5029200" cy="4114800"/>
          </a:xfrm>
          <a:noFill/>
          <a:ln/>
        </p:spPr>
        <p:txBody>
          <a:bodyPr/>
          <a:lstStyle/>
          <a:p>
            <a:endParaRPr lang="en-US" dirty="0"/>
          </a:p>
        </p:txBody>
      </p:sp>
    </p:spTree>
    <p:extLst>
      <p:ext uri="{BB962C8B-B14F-4D97-AF65-F5344CB8AC3E}">
        <p14:creationId xmlns:p14="http://schemas.microsoft.com/office/powerpoint/2010/main" val="38056550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327E4DCE-8EA1-45F0-A96C-10EF99A28FB1}" type="slidenum">
              <a:rPr lang="en-US" smtClean="0"/>
              <a:pPr/>
              <a:t>27</a:t>
            </a:fld>
            <a:endParaRPr lang="en-US" dirty="0"/>
          </a:p>
        </p:txBody>
      </p:sp>
    </p:spTree>
    <p:extLst>
      <p:ext uri="{BB962C8B-B14F-4D97-AF65-F5344CB8AC3E}">
        <p14:creationId xmlns:p14="http://schemas.microsoft.com/office/powerpoint/2010/main" val="37656843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xml"/><Relationship Id="rId1" Type="http://schemas.openxmlformats.org/officeDocument/2006/relationships/vmlDrawing" Target="../drawings/vmlDrawing1.vml"/><Relationship Id="rId4" Type="http://schemas.openxmlformats.org/officeDocument/2006/relationships/oleObject" Target="../embeddings/oleObject1.bin"/></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81000" y="2362200"/>
            <a:ext cx="5181600" cy="1470025"/>
          </a:xfrm>
        </p:spPr>
        <p:txBody>
          <a:bodyPr anchor="b">
            <a:normAutofit/>
          </a:bodyPr>
          <a:lstStyle>
            <a:lvl1pPr algn="l">
              <a:defRPr sz="3200" b="0">
                <a:solidFill>
                  <a:srgbClr val="04FCDE"/>
                </a:solidFill>
                <a:latin typeface="+mj-lt"/>
              </a:defRPr>
            </a:lvl1pPr>
          </a:lstStyle>
          <a:p>
            <a:r>
              <a:rPr lang="en-US" dirty="0"/>
              <a:t>Click to edit Master title style</a:t>
            </a:r>
          </a:p>
        </p:txBody>
      </p:sp>
      <p:sp>
        <p:nvSpPr>
          <p:cNvPr id="4" name="Date Placeholder 3"/>
          <p:cNvSpPr>
            <a:spLocks noGrp="1"/>
          </p:cNvSpPr>
          <p:nvPr>
            <p:ph type="dt" sz="half" idx="10"/>
          </p:nvPr>
        </p:nvSpPr>
        <p:spPr>
          <a:xfrm>
            <a:off x="359226" y="6634389"/>
            <a:ext cx="2133600" cy="212726"/>
          </a:xfrm>
        </p:spPr>
        <p:txBody>
          <a:bodyPr/>
          <a:lstStyle>
            <a:lvl1pPr>
              <a:defRPr>
                <a:solidFill>
                  <a:schemeClr val="bg1"/>
                </a:solidFill>
              </a:defRPr>
            </a:lvl1pPr>
          </a:lstStyle>
          <a:p>
            <a:fld id="{83F29A0E-3CC0-48C3-8B69-361B69DB2CF5}" type="datetime2">
              <a:rPr lang="en-US" smtClean="0"/>
              <a:pPr/>
              <a:t>Sunday, August 2, 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5B3A8FD-10B1-4B53-9CF3-2A4A093C7F72}" type="slidenum">
              <a:rPr lang="en-US" smtClean="0"/>
              <a:pPr/>
              <a:t>‹#›</a:t>
            </a:fld>
            <a:endParaRPr lang="en-US" dirty="0"/>
          </a:p>
        </p:txBody>
      </p:sp>
      <p:sp>
        <p:nvSpPr>
          <p:cNvPr id="13" name="Subtitle 2"/>
          <p:cNvSpPr>
            <a:spLocks noGrp="1"/>
          </p:cNvSpPr>
          <p:nvPr>
            <p:ph type="subTitle" idx="1"/>
          </p:nvPr>
        </p:nvSpPr>
        <p:spPr>
          <a:xfrm>
            <a:off x="381000" y="3886200"/>
            <a:ext cx="5181600" cy="1752600"/>
          </a:xfrm>
        </p:spPr>
        <p:txBody>
          <a:bodyPr/>
          <a:lstStyle>
            <a:lvl1pPr marL="0" indent="0" algn="l">
              <a:buNone/>
              <a:defRPr>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pic>
        <p:nvPicPr>
          <p:cNvPr id="14" name="Picture 13" descr="Tata.png"/>
          <p:cNvPicPr>
            <a:picLocks noChangeAspect="1"/>
          </p:cNvPicPr>
          <p:nvPr userDrawn="1"/>
        </p:nvPicPr>
        <p:blipFill>
          <a:blip r:embed="rId2" cstate="print"/>
          <a:stretch>
            <a:fillRect/>
          </a:stretch>
        </p:blipFill>
        <p:spPr>
          <a:xfrm>
            <a:off x="366713" y="6157913"/>
            <a:ext cx="548640" cy="483904"/>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l">
              <a:defRPr lang="en-US" sz="3600" dirty="0">
                <a:solidFill>
                  <a:srgbClr val="04FCDE"/>
                </a:solidFill>
                <a:latin typeface="+mj-lt"/>
              </a:defRPr>
            </a:lvl1pPr>
          </a:lstStyle>
          <a:p>
            <a:r>
              <a:rPr lang="en-US" dirty="0"/>
              <a:t>Click to edit Master title style</a:t>
            </a:r>
          </a:p>
        </p:txBody>
      </p:sp>
      <p:sp>
        <p:nvSpPr>
          <p:cNvPr id="3" name="Content Placeholder 2"/>
          <p:cNvSpPr>
            <a:spLocks noGrp="1"/>
          </p:cNvSpPr>
          <p:nvPr>
            <p:ph idx="1"/>
          </p:nvPr>
        </p:nvSpPr>
        <p:spPr/>
        <p:txBody>
          <a:bodyPr/>
          <a:lstStyle>
            <a:lvl1pPr>
              <a:defRPr sz="2800">
                <a:latin typeface="+mj-lt"/>
              </a:defRPr>
            </a:lvl1pPr>
            <a:lvl2pPr>
              <a:defRPr sz="2400">
                <a:latin typeface="+mj-lt"/>
              </a:defRPr>
            </a:lvl2pPr>
            <a:lvl3pPr>
              <a:defRPr sz="2000">
                <a:latin typeface="+mj-lt"/>
              </a:defRPr>
            </a:lvl3pPr>
            <a:lvl4pPr>
              <a:defRPr>
                <a:latin typeface="+mj-lt"/>
              </a:defRPr>
            </a:lvl4pPr>
            <a:lvl5pPr>
              <a:defRPr>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6CBC845E-0179-4C57-8A92-6F122FA27742}" type="datetime2">
              <a:rPr lang="en-US" smtClean="0"/>
              <a:pPr/>
              <a:t>Sunday, August 2, 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5B3A8FD-10B1-4B53-9CF3-2A4A093C7F72}"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1_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81000" y="2076450"/>
            <a:ext cx="4572000" cy="1971675"/>
          </a:xfrm>
        </p:spPr>
        <p:txBody>
          <a:bodyPr anchor="b">
            <a:normAutofit/>
          </a:bodyPr>
          <a:lstStyle>
            <a:lvl1pPr algn="l">
              <a:defRPr sz="3200" b="0" cap="none">
                <a:solidFill>
                  <a:srgbClr val="04FCDE"/>
                </a:solidFill>
                <a:latin typeface="+mj-lt"/>
              </a:defRPr>
            </a:lvl1pPr>
          </a:lstStyle>
          <a:p>
            <a:r>
              <a:rPr lang="en-US" dirty="0"/>
              <a:t>Click to edit master title style</a:t>
            </a:r>
          </a:p>
        </p:txBody>
      </p:sp>
      <p:sp>
        <p:nvSpPr>
          <p:cNvPr id="3" name="Text Placeholder 2"/>
          <p:cNvSpPr>
            <a:spLocks noGrp="1"/>
          </p:cNvSpPr>
          <p:nvPr>
            <p:ph type="body" idx="1"/>
          </p:nvPr>
        </p:nvSpPr>
        <p:spPr>
          <a:xfrm>
            <a:off x="381000" y="4157663"/>
            <a:ext cx="4572000" cy="509587"/>
          </a:xfrm>
        </p:spPr>
        <p:txBody>
          <a:bodyPr anchor="t"/>
          <a:lstStyle>
            <a:lvl1pPr marL="0" indent="0" algn="l">
              <a:buNone/>
              <a:defRPr sz="2000">
                <a:solidFill>
                  <a:schemeClr val="bg1">
                    <a:lumMod val="9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a:xfrm>
            <a:off x="413656" y="6590845"/>
            <a:ext cx="2133600" cy="212726"/>
          </a:xfrm>
        </p:spPr>
        <p:txBody>
          <a:bodyPr/>
          <a:lstStyle/>
          <a:p>
            <a:fld id="{3A646C1A-6660-40A6-BCE6-6864723152C2}" type="datetime2">
              <a:rPr lang="en-US" smtClean="0"/>
              <a:pPr/>
              <a:t>Sunday, August 2, 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5B3A8FD-10B1-4B53-9CF3-2A4A093C7F72}"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0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600200"/>
            <a:ext cx="4038600" cy="4525963"/>
          </a:xfrm>
        </p:spPr>
        <p:txBody>
          <a:bodyPr/>
          <a:lstStyle>
            <a:lvl1pPr>
              <a:defRPr sz="20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CC833D5D-F1AE-4153-AF9E-F0EBC14B310B}" type="datetime2">
              <a:rPr lang="en-US" smtClean="0"/>
              <a:pPr/>
              <a:t>Sunday, August 2, 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5B3A8FD-10B1-4B53-9CF3-2A4A093C7F72}"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09F9C25-8FBF-47F6-A485-B2E31D959979}" type="datetime2">
              <a:rPr lang="en-US" smtClean="0"/>
              <a:pPr/>
              <a:t>Sunday, August 2, 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15B3A8FD-10B1-4B53-9CF3-2A4A093C7F72}"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7327B84-67D2-4C07-AFE4-2975843399D4}" type="datetime2">
              <a:rPr lang="en-US" smtClean="0"/>
              <a:pPr/>
              <a:t>Sunday, August 2, 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15B3A8FD-10B1-4B53-9CF3-2A4A093C7F72}"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074525E-B400-4A4A-8ED8-C47A9476E189}" type="datetime2">
              <a:rPr lang="en-US" smtClean="0"/>
              <a:pPr/>
              <a:t>Sunday, August 2, 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15B3A8FD-10B1-4B53-9CF3-2A4A093C7F72}"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A464953-C81E-49E0-BAE9-B821FCB9376C}" type="datetime2">
              <a:rPr lang="en-US" smtClean="0"/>
              <a:pPr/>
              <a:t>Sunday, August 2, 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5B3A8FD-10B1-4B53-9CF3-2A4A093C7F72}"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4F24FCC-AD3F-49E7-8886-CC6826F2F492}" type="datetime2">
              <a:rPr lang="en-US" smtClean="0"/>
              <a:pPr/>
              <a:t>Sunday, August 2, 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5B3A8FD-10B1-4B53-9CF3-2A4A093C7F72}"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C377ABA-5553-4B04-BFB8-0D4AD217CE96}" type="datetime2">
              <a:rPr lang="en-US" smtClean="0"/>
              <a:pPr/>
              <a:t>Sunday, August 2, 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5B3A8FD-10B1-4B53-9CF3-2A4A093C7F72}"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A6C4FFF-F279-48D6-812F-C79180AFB817}" type="datetime2">
              <a:rPr lang="en-US" smtClean="0"/>
              <a:pPr/>
              <a:t>Sunday, August 2, 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5B3A8FD-10B1-4B53-9CF3-2A4A093C7F72}" type="slidenum">
              <a:rPr lang="en-US" smtClean="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Custom Layout">
    <p:spTree>
      <p:nvGrpSpPr>
        <p:cNvPr id="1" name=""/>
        <p:cNvGrpSpPr/>
        <p:nvPr/>
      </p:nvGrpSpPr>
      <p:grpSpPr>
        <a:xfrm>
          <a:off x="0" y="0"/>
          <a:ext cx="0" cy="0"/>
          <a:chOff x="0" y="0"/>
          <a:chExt cx="0" cy="0"/>
        </a:xfrm>
      </p:grpSpPr>
      <p:pic>
        <p:nvPicPr>
          <p:cNvPr id="2" name="Picture 8" descr="background.jpg"/>
          <p:cNvPicPr>
            <a:picLocks noChangeAspect="1"/>
          </p:cNvPicPr>
          <p:nvPr userDrawn="1"/>
        </p:nvPicPr>
        <p:blipFill>
          <a:blip r:embed="rId2" cstate="print"/>
          <a:srcRect/>
          <a:stretch>
            <a:fillRect/>
          </a:stretch>
        </p:blipFill>
        <p:spPr bwMode="auto">
          <a:xfrm>
            <a:off x="0" y="0"/>
            <a:ext cx="9144000" cy="1092200"/>
          </a:xfrm>
          <a:prstGeom prst="rect">
            <a:avLst/>
          </a:prstGeom>
          <a:noFill/>
          <a:ln w="9525">
            <a:noFill/>
            <a:miter lim="800000"/>
            <a:headEnd/>
            <a:tailEnd/>
          </a:ln>
        </p:spPr>
      </p:pic>
      <p:sp>
        <p:nvSpPr>
          <p:cNvPr id="4" name="Date Placeholder 2"/>
          <p:cNvSpPr>
            <a:spLocks noGrp="1"/>
          </p:cNvSpPr>
          <p:nvPr>
            <p:ph type="dt" sz="half" idx="10"/>
          </p:nvPr>
        </p:nvSpPr>
        <p:spPr>
          <a:xfrm>
            <a:off x="457200" y="6356350"/>
            <a:ext cx="2133600" cy="365125"/>
          </a:xfrm>
          <a:prstGeom prst="rect">
            <a:avLst/>
          </a:prstGeom>
        </p:spPr>
        <p:txBody>
          <a:bodyPr/>
          <a:lstStyle>
            <a:lvl1pPr fontAlgn="auto">
              <a:spcBef>
                <a:spcPts val="0"/>
              </a:spcBef>
              <a:spcAft>
                <a:spcPts val="0"/>
              </a:spcAft>
              <a:defRPr>
                <a:solidFill>
                  <a:prstClr val="black"/>
                </a:solidFill>
                <a:latin typeface="+mn-lt"/>
                <a:cs typeface="+mn-cs"/>
              </a:defRPr>
            </a:lvl1pPr>
          </a:lstStyle>
          <a:p>
            <a:pPr>
              <a:defRPr/>
            </a:pPr>
            <a:fld id="{FDD22276-5594-4795-B525-54E0EF90F368}" type="datetimeFigureOut">
              <a:rPr lang="en-US"/>
              <a:pPr>
                <a:defRPr/>
              </a:pPr>
              <a:t>8/2/20</a:t>
            </a:fld>
            <a:endParaRPr lang="en-US" dirty="0"/>
          </a:p>
        </p:txBody>
      </p:sp>
      <p:sp>
        <p:nvSpPr>
          <p:cNvPr id="5" name="Footer Placeholder 3"/>
          <p:cNvSpPr>
            <a:spLocks noGrp="1"/>
          </p:cNvSpPr>
          <p:nvPr>
            <p:ph type="ftr" sz="quarter" idx="11"/>
          </p:nvPr>
        </p:nvSpPr>
        <p:spPr>
          <a:xfrm>
            <a:off x="3124200" y="6356350"/>
            <a:ext cx="2895600" cy="365125"/>
          </a:xfrm>
          <a:prstGeom prst="rect">
            <a:avLst/>
          </a:prstGeom>
        </p:spPr>
        <p:txBody>
          <a:bodyPr/>
          <a:lstStyle>
            <a:lvl1pPr fontAlgn="auto">
              <a:spcBef>
                <a:spcPts val="0"/>
              </a:spcBef>
              <a:spcAft>
                <a:spcPts val="0"/>
              </a:spcAft>
              <a:defRPr>
                <a:solidFill>
                  <a:prstClr val="black"/>
                </a:solidFill>
                <a:latin typeface="+mn-lt"/>
                <a:cs typeface="+mn-cs"/>
              </a:defRPr>
            </a:lvl1pPr>
          </a:lstStyle>
          <a:p>
            <a:pPr>
              <a:defRPr/>
            </a:pPr>
            <a:endParaRPr lang="en-US" dirty="0"/>
          </a:p>
        </p:txBody>
      </p:sp>
      <p:sp>
        <p:nvSpPr>
          <p:cNvPr id="6" name="Slide Number Placeholder 4"/>
          <p:cNvSpPr>
            <a:spLocks noGrp="1"/>
          </p:cNvSpPr>
          <p:nvPr>
            <p:ph type="sldNum" sz="quarter" idx="12"/>
          </p:nvPr>
        </p:nvSpPr>
        <p:spPr/>
        <p:txBody>
          <a:bodyPr/>
          <a:lstStyle>
            <a:lvl1pPr>
              <a:defRPr/>
            </a:lvl1pPr>
          </a:lstStyle>
          <a:p>
            <a:pPr>
              <a:defRPr/>
            </a:pPr>
            <a:fld id="{A41680FF-A67D-4CB1-841D-6FE782BFE80F}" type="slidenum">
              <a:rPr lang="en-US"/>
              <a:pPr>
                <a:defRPr/>
              </a:pPr>
              <a:t>‹#›</a:t>
            </a:fld>
            <a:endParaRPr lang="en-US" dirty="0"/>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6" name="Picture 8" descr="background.jpg"/>
          <p:cNvPicPr>
            <a:picLocks noChangeAspect="1"/>
          </p:cNvPicPr>
          <p:nvPr userDrawn="1"/>
        </p:nvPicPr>
        <p:blipFill>
          <a:blip r:embed="rId2" cstate="print"/>
          <a:srcRect/>
          <a:stretch>
            <a:fillRect/>
          </a:stretch>
        </p:blipFill>
        <p:spPr bwMode="auto">
          <a:xfrm>
            <a:off x="0" y="0"/>
            <a:ext cx="9144000" cy="1092200"/>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p:cNvSpPr>
            <a:spLocks noGrp="1"/>
          </p:cNvSpPr>
          <p:nvPr>
            <p:ph sz="quarter" idx="13"/>
          </p:nvPr>
        </p:nvSpPr>
        <p:spPr>
          <a:xfrm>
            <a:off x="6851107" y="1577975"/>
            <a:ext cx="2217737" cy="3644900"/>
          </a:xfrm>
        </p:spPr>
        <p:txBody>
          <a:bodyPr/>
          <a:lstStyle>
            <a:lvl1pPr marL="174625" indent="-174625">
              <a:defRPr>
                <a:solidFill>
                  <a:schemeClr val="bg1"/>
                </a:solidFill>
              </a:defRPr>
            </a:lvl1pPr>
            <a:lvl2pPr marL="400050" indent="-219075">
              <a:defRPr>
                <a:solidFill>
                  <a:schemeClr val="bg1"/>
                </a:solidFill>
              </a:defRPr>
            </a:lvl2pPr>
            <a:lvl3pPr marL="627063" indent="-163513">
              <a:defRPr>
                <a:solidFill>
                  <a:schemeClr val="bg1"/>
                </a:solidFill>
              </a:defRPr>
            </a:lvl3pPr>
            <a:lvl4pPr marL="801688" indent="-180975" defTabSz="852488">
              <a:defRPr>
                <a:solidFill>
                  <a:schemeClr val="bg1"/>
                </a:solidFill>
              </a:defRPr>
            </a:lvl4pPr>
            <a:lvl5pPr marL="914400" indent="-163513">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9"/>
          <p:cNvSpPr>
            <a:spLocks noGrp="1"/>
          </p:cNvSpPr>
          <p:nvPr>
            <p:ph type="body" sz="quarter" idx="14"/>
          </p:nvPr>
        </p:nvSpPr>
        <p:spPr>
          <a:xfrm>
            <a:off x="450850" y="5762103"/>
            <a:ext cx="5911850" cy="939800"/>
          </a:xfrm>
        </p:spPr>
        <p:txBody>
          <a:bodyPr>
            <a:normAutofit/>
          </a:bodyPr>
          <a:lstStyle>
            <a:lvl1pPr>
              <a:defRPr sz="2000"/>
            </a:lvl1pPr>
            <a:lvl2pPr>
              <a:defRPr sz="1800"/>
            </a:lvl2pPr>
          </a:lstStyle>
          <a:p>
            <a:pPr lvl="0"/>
            <a:r>
              <a:rPr lang="en-US" dirty="0"/>
              <a:t>Click to edit Master text styles</a:t>
            </a:r>
          </a:p>
          <a:p>
            <a:pPr lvl="1"/>
            <a:r>
              <a:rPr lang="en-US" dirty="0"/>
              <a:t>Second level</a:t>
            </a:r>
          </a:p>
        </p:txBody>
      </p:sp>
      <p:sp>
        <p:nvSpPr>
          <p:cNvPr id="7" name="Date Placeholder 3"/>
          <p:cNvSpPr>
            <a:spLocks noGrp="1"/>
          </p:cNvSpPr>
          <p:nvPr>
            <p:ph type="dt" sz="half" idx="15"/>
          </p:nvPr>
        </p:nvSpPr>
        <p:spPr>
          <a:xfrm>
            <a:off x="457200" y="6356350"/>
            <a:ext cx="2133600" cy="365125"/>
          </a:xfrm>
          <a:prstGeom prst="rect">
            <a:avLst/>
          </a:prstGeom>
        </p:spPr>
        <p:txBody>
          <a:bodyPr/>
          <a:lstStyle>
            <a:lvl1pPr fontAlgn="auto">
              <a:spcBef>
                <a:spcPts val="0"/>
              </a:spcBef>
              <a:spcAft>
                <a:spcPts val="0"/>
              </a:spcAft>
              <a:defRPr>
                <a:solidFill>
                  <a:prstClr val="black"/>
                </a:solidFill>
                <a:latin typeface="+mn-lt"/>
                <a:cs typeface="+mn-cs"/>
              </a:defRPr>
            </a:lvl1pPr>
          </a:lstStyle>
          <a:p>
            <a:pPr>
              <a:defRPr/>
            </a:pPr>
            <a:fld id="{14B2CC33-8061-4958-9001-870885E8C784}" type="datetimeFigureOut">
              <a:rPr lang="en-US"/>
              <a:pPr>
                <a:defRPr/>
              </a:pPr>
              <a:t>8/2/20</a:t>
            </a:fld>
            <a:endParaRPr lang="en-US" dirty="0"/>
          </a:p>
        </p:txBody>
      </p:sp>
      <p:sp>
        <p:nvSpPr>
          <p:cNvPr id="9" name="Footer Placeholder 4"/>
          <p:cNvSpPr>
            <a:spLocks noGrp="1"/>
          </p:cNvSpPr>
          <p:nvPr>
            <p:ph type="ftr" sz="quarter" idx="16"/>
          </p:nvPr>
        </p:nvSpPr>
        <p:spPr>
          <a:xfrm>
            <a:off x="3124200" y="6356350"/>
            <a:ext cx="2895600" cy="365125"/>
          </a:xfrm>
          <a:prstGeom prst="rect">
            <a:avLst/>
          </a:prstGeom>
        </p:spPr>
        <p:txBody>
          <a:bodyPr/>
          <a:lstStyle>
            <a:lvl1pPr fontAlgn="auto">
              <a:spcBef>
                <a:spcPts val="0"/>
              </a:spcBef>
              <a:spcAft>
                <a:spcPts val="0"/>
              </a:spcAft>
              <a:defRPr>
                <a:solidFill>
                  <a:prstClr val="black"/>
                </a:solidFill>
                <a:latin typeface="+mn-lt"/>
                <a:cs typeface="+mn-cs"/>
              </a:defRPr>
            </a:lvl1pPr>
          </a:lstStyle>
          <a:p>
            <a:pPr>
              <a:defRPr/>
            </a:pPr>
            <a:endParaRPr lang="en-US" dirty="0"/>
          </a:p>
        </p:txBody>
      </p:sp>
      <p:sp>
        <p:nvSpPr>
          <p:cNvPr id="11" name="Slide Number Placeholder 5"/>
          <p:cNvSpPr>
            <a:spLocks noGrp="1"/>
          </p:cNvSpPr>
          <p:nvPr>
            <p:ph type="sldNum" sz="quarter" idx="17"/>
          </p:nvPr>
        </p:nvSpPr>
        <p:spPr/>
        <p:txBody>
          <a:bodyPr/>
          <a:lstStyle>
            <a:lvl1pPr>
              <a:defRPr/>
            </a:lvl1pPr>
          </a:lstStyle>
          <a:p>
            <a:pPr>
              <a:defRPr/>
            </a:pPr>
            <a:fld id="{74AA4760-8ADC-4065-9B33-873E7F17C001}" type="slidenum">
              <a:rPr lang="en-US"/>
              <a:pPr>
                <a:defRPr/>
              </a:pPr>
              <a:t>‹#›</a:t>
            </a:fld>
            <a:endParaRPr lang="en-US" dirty="0"/>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7"/>
          <p:cNvSpPr>
            <a:spLocks noGrp="1"/>
          </p:cNvSpPr>
          <p:nvPr>
            <p:ph type="title"/>
          </p:nvPr>
        </p:nvSpPr>
        <p:spPr/>
        <p:txBody>
          <a:bodyPr/>
          <a:lstStyle/>
          <a:p>
            <a:r>
              <a:rPr lang="en-US" dirty="0"/>
              <a:t>Click to edit Master title style</a:t>
            </a:r>
          </a:p>
        </p:txBody>
      </p:sp>
      <p:sp>
        <p:nvSpPr>
          <p:cNvPr id="4" name="Rectangle 5"/>
          <p:cNvSpPr>
            <a:spLocks noGrp="1" noChangeArrowheads="1"/>
          </p:cNvSpPr>
          <p:nvPr>
            <p:ph type="ftr" sz="quarter" idx="10"/>
          </p:nvPr>
        </p:nvSpPr>
        <p:spPr>
          <a:xfrm>
            <a:off x="6248400" y="6096000"/>
            <a:ext cx="2895600" cy="476250"/>
          </a:xfrm>
          <a:prstGeom prst="rect">
            <a:avLst/>
          </a:prstGeom>
        </p:spPr>
        <p:txBody>
          <a:bodyPr lIns="91431" tIns="45715" rIns="91431" bIns="45715"/>
          <a:lstStyle>
            <a:lvl1pPr fontAlgn="auto">
              <a:spcBef>
                <a:spcPts val="0"/>
              </a:spcBef>
              <a:spcAft>
                <a:spcPts val="0"/>
              </a:spcAft>
              <a:defRPr>
                <a:solidFill>
                  <a:prstClr val="black"/>
                </a:solidFill>
                <a:latin typeface="+mn-lt"/>
                <a:cs typeface="+mn-cs"/>
              </a:defRPr>
            </a:lvl1pPr>
          </a:lstStyle>
          <a:p>
            <a:pPr>
              <a:defRPr/>
            </a:pPr>
            <a:endParaRPr lang="en-US" dirty="0"/>
          </a:p>
        </p:txBody>
      </p:sp>
      <p:sp>
        <p:nvSpPr>
          <p:cNvPr id="5" name="Rectangle 6"/>
          <p:cNvSpPr>
            <a:spLocks noGrp="1" noChangeArrowheads="1"/>
          </p:cNvSpPr>
          <p:nvPr>
            <p:ph type="sldNum" sz="quarter" idx="11"/>
          </p:nvPr>
        </p:nvSpPr>
        <p:spPr>
          <a:xfrm>
            <a:off x="4572000" y="6553200"/>
            <a:ext cx="457200" cy="304800"/>
          </a:xfrm>
        </p:spPr>
        <p:txBody>
          <a:bodyPr lIns="91431" tIns="45715" rIns="91431" bIns="45715"/>
          <a:lstStyle>
            <a:lvl1pPr>
              <a:defRPr/>
            </a:lvl1pPr>
          </a:lstStyle>
          <a:p>
            <a:pPr>
              <a:defRPr/>
            </a:pPr>
            <a:fld id="{C398BAFA-FFB5-4BFB-A4A6-350402A4D54A}" type="slidenum">
              <a:rPr lang="en-US"/>
              <a:pPr>
                <a:defRPr/>
              </a:pPr>
              <a:t>‹#›</a:t>
            </a:fld>
            <a:endParaRPr lang="en-US" dirty="0"/>
          </a:p>
        </p:txBody>
      </p:sp>
      <p:sp>
        <p:nvSpPr>
          <p:cNvPr id="6" name="Date Placeholder 3"/>
          <p:cNvSpPr>
            <a:spLocks noGrp="1"/>
          </p:cNvSpPr>
          <p:nvPr>
            <p:ph type="dt" sz="half" idx="12"/>
          </p:nvPr>
        </p:nvSpPr>
        <p:spPr>
          <a:xfrm>
            <a:off x="457200" y="6356350"/>
            <a:ext cx="2133600" cy="365125"/>
          </a:xfrm>
          <a:prstGeom prst="rect">
            <a:avLst/>
          </a:prstGeom>
        </p:spPr>
        <p:txBody>
          <a:bodyPr/>
          <a:lstStyle>
            <a:lvl1pPr fontAlgn="auto">
              <a:spcBef>
                <a:spcPts val="0"/>
              </a:spcBef>
              <a:spcAft>
                <a:spcPts val="0"/>
              </a:spcAft>
              <a:defRPr>
                <a:solidFill>
                  <a:prstClr val="black"/>
                </a:solidFill>
                <a:latin typeface="+mn-lt"/>
                <a:cs typeface="+mn-cs"/>
              </a:defRPr>
            </a:lvl1pPr>
          </a:lstStyle>
          <a:p>
            <a:pPr>
              <a:defRPr/>
            </a:pPr>
            <a:fld id="{96881048-3049-40F8-98A7-47A4A353FCD8}" type="datetimeFigureOut">
              <a:rPr lang="en-US"/>
              <a:pPr>
                <a:defRPr/>
              </a:pPr>
              <a:t>8/2/20</a:t>
            </a:fld>
            <a:endParaRPr lang="en-US" dirty="0"/>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pic>
        <p:nvPicPr>
          <p:cNvPr id="6" name="Picture 8" descr="background.jpg"/>
          <p:cNvPicPr>
            <a:picLocks noChangeAspect="1"/>
          </p:cNvPicPr>
          <p:nvPr userDrawn="1"/>
        </p:nvPicPr>
        <p:blipFill>
          <a:blip r:embed="rId2" cstate="print"/>
          <a:srcRect/>
          <a:stretch>
            <a:fillRect/>
          </a:stretch>
        </p:blipFill>
        <p:spPr bwMode="auto">
          <a:xfrm>
            <a:off x="0" y="0"/>
            <a:ext cx="9144000" cy="1092200"/>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p:cNvSpPr>
            <a:spLocks noGrp="1"/>
          </p:cNvSpPr>
          <p:nvPr>
            <p:ph sz="quarter" idx="13"/>
          </p:nvPr>
        </p:nvSpPr>
        <p:spPr>
          <a:xfrm>
            <a:off x="6851107" y="1577975"/>
            <a:ext cx="2217737" cy="3644900"/>
          </a:xfrm>
        </p:spPr>
        <p:txBody>
          <a:bodyPr/>
          <a:lstStyle>
            <a:lvl1pPr marL="174625" indent="-174625">
              <a:defRPr>
                <a:solidFill>
                  <a:schemeClr val="bg1"/>
                </a:solidFill>
              </a:defRPr>
            </a:lvl1pPr>
            <a:lvl2pPr marL="400050" indent="-219075">
              <a:defRPr>
                <a:solidFill>
                  <a:schemeClr val="bg1"/>
                </a:solidFill>
              </a:defRPr>
            </a:lvl2pPr>
            <a:lvl3pPr marL="627063" indent="-163513">
              <a:defRPr>
                <a:solidFill>
                  <a:schemeClr val="bg1"/>
                </a:solidFill>
              </a:defRPr>
            </a:lvl3pPr>
            <a:lvl4pPr marL="801688" indent="-180975" defTabSz="852488">
              <a:defRPr>
                <a:solidFill>
                  <a:schemeClr val="bg1"/>
                </a:solidFill>
              </a:defRPr>
            </a:lvl4pPr>
            <a:lvl5pPr marL="914400" indent="-163513">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9"/>
          <p:cNvSpPr>
            <a:spLocks noGrp="1"/>
          </p:cNvSpPr>
          <p:nvPr>
            <p:ph type="body" sz="quarter" idx="14"/>
          </p:nvPr>
        </p:nvSpPr>
        <p:spPr>
          <a:xfrm>
            <a:off x="450850" y="5762103"/>
            <a:ext cx="5911850" cy="939800"/>
          </a:xfrm>
        </p:spPr>
        <p:txBody>
          <a:bodyPr>
            <a:normAutofit/>
          </a:bodyPr>
          <a:lstStyle>
            <a:lvl1pPr>
              <a:defRPr sz="2000"/>
            </a:lvl1pPr>
            <a:lvl2pPr>
              <a:defRPr sz="1800"/>
            </a:lvl2pPr>
          </a:lstStyle>
          <a:p>
            <a:pPr lvl="0"/>
            <a:r>
              <a:rPr lang="en-US" dirty="0"/>
              <a:t>Click to edit Master text styles</a:t>
            </a:r>
          </a:p>
          <a:p>
            <a:pPr lvl="1"/>
            <a:r>
              <a:rPr lang="en-US" dirty="0"/>
              <a:t>Second level</a:t>
            </a:r>
          </a:p>
        </p:txBody>
      </p:sp>
      <p:sp>
        <p:nvSpPr>
          <p:cNvPr id="7" name="Date Placeholder 3"/>
          <p:cNvSpPr>
            <a:spLocks noGrp="1"/>
          </p:cNvSpPr>
          <p:nvPr>
            <p:ph type="dt" sz="half" idx="15"/>
          </p:nvPr>
        </p:nvSpPr>
        <p:spPr>
          <a:xfrm>
            <a:off x="457200" y="6356350"/>
            <a:ext cx="2133600" cy="365125"/>
          </a:xfrm>
          <a:prstGeom prst="rect">
            <a:avLst/>
          </a:prstGeom>
        </p:spPr>
        <p:txBody>
          <a:bodyPr/>
          <a:lstStyle>
            <a:lvl1pPr fontAlgn="auto">
              <a:spcBef>
                <a:spcPts val="0"/>
              </a:spcBef>
              <a:spcAft>
                <a:spcPts val="0"/>
              </a:spcAft>
              <a:defRPr>
                <a:solidFill>
                  <a:prstClr val="black"/>
                </a:solidFill>
                <a:latin typeface="+mn-lt"/>
                <a:cs typeface="+mn-cs"/>
              </a:defRPr>
            </a:lvl1pPr>
          </a:lstStyle>
          <a:p>
            <a:pPr>
              <a:defRPr/>
            </a:pPr>
            <a:fld id="{14B2CC33-8061-4958-9001-870885E8C784}" type="datetimeFigureOut">
              <a:rPr lang="en-US"/>
              <a:pPr>
                <a:defRPr/>
              </a:pPr>
              <a:t>8/2/20</a:t>
            </a:fld>
            <a:endParaRPr lang="en-US" dirty="0"/>
          </a:p>
        </p:txBody>
      </p:sp>
      <p:sp>
        <p:nvSpPr>
          <p:cNvPr id="9" name="Footer Placeholder 4"/>
          <p:cNvSpPr>
            <a:spLocks noGrp="1"/>
          </p:cNvSpPr>
          <p:nvPr>
            <p:ph type="ftr" sz="quarter" idx="16"/>
          </p:nvPr>
        </p:nvSpPr>
        <p:spPr>
          <a:xfrm>
            <a:off x="3124200" y="6356350"/>
            <a:ext cx="2895600" cy="365125"/>
          </a:xfrm>
          <a:prstGeom prst="rect">
            <a:avLst/>
          </a:prstGeom>
        </p:spPr>
        <p:txBody>
          <a:bodyPr/>
          <a:lstStyle>
            <a:lvl1pPr fontAlgn="auto">
              <a:spcBef>
                <a:spcPts val="0"/>
              </a:spcBef>
              <a:spcAft>
                <a:spcPts val="0"/>
              </a:spcAft>
              <a:defRPr>
                <a:solidFill>
                  <a:prstClr val="black"/>
                </a:solidFill>
                <a:latin typeface="+mn-lt"/>
                <a:cs typeface="+mn-cs"/>
              </a:defRPr>
            </a:lvl1pPr>
          </a:lstStyle>
          <a:p>
            <a:pPr>
              <a:defRPr/>
            </a:pPr>
            <a:endParaRPr lang="en-US" dirty="0"/>
          </a:p>
        </p:txBody>
      </p:sp>
      <p:sp>
        <p:nvSpPr>
          <p:cNvPr id="11" name="Slide Number Placeholder 5"/>
          <p:cNvSpPr>
            <a:spLocks noGrp="1"/>
          </p:cNvSpPr>
          <p:nvPr>
            <p:ph type="sldNum" sz="quarter" idx="17"/>
          </p:nvPr>
        </p:nvSpPr>
        <p:spPr/>
        <p:txBody>
          <a:bodyPr/>
          <a:lstStyle>
            <a:lvl1pPr>
              <a:defRPr/>
            </a:lvl1pPr>
          </a:lstStyle>
          <a:p>
            <a:pPr>
              <a:defRPr/>
            </a:pPr>
            <a:fld id="{74AA4760-8ADC-4065-9B33-873E7F17C001}" type="slidenum">
              <a:rPr lang="en-US"/>
              <a:pPr>
                <a:defRPr/>
              </a:pPr>
              <a:t>‹#›</a:t>
            </a:fld>
            <a:endParaRPr lang="en-US" dirty="0"/>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pic>
        <p:nvPicPr>
          <p:cNvPr id="6" name="Picture 8" descr="background.jpg"/>
          <p:cNvPicPr>
            <a:picLocks noChangeAspect="1"/>
          </p:cNvPicPr>
          <p:nvPr userDrawn="1"/>
        </p:nvPicPr>
        <p:blipFill>
          <a:blip r:embed="rId2" cstate="print"/>
          <a:srcRect/>
          <a:stretch>
            <a:fillRect/>
          </a:stretch>
        </p:blipFill>
        <p:spPr bwMode="auto">
          <a:xfrm>
            <a:off x="0" y="0"/>
            <a:ext cx="9144000" cy="1092200"/>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p:cNvSpPr>
            <a:spLocks noGrp="1"/>
          </p:cNvSpPr>
          <p:nvPr>
            <p:ph sz="quarter" idx="13"/>
          </p:nvPr>
        </p:nvSpPr>
        <p:spPr>
          <a:xfrm>
            <a:off x="6851107" y="1577975"/>
            <a:ext cx="2217737" cy="3644900"/>
          </a:xfrm>
        </p:spPr>
        <p:txBody>
          <a:bodyPr/>
          <a:lstStyle>
            <a:lvl1pPr marL="174625" indent="-174625">
              <a:defRPr>
                <a:solidFill>
                  <a:schemeClr val="bg1"/>
                </a:solidFill>
              </a:defRPr>
            </a:lvl1pPr>
            <a:lvl2pPr marL="400050" indent="-219075">
              <a:defRPr>
                <a:solidFill>
                  <a:schemeClr val="bg1"/>
                </a:solidFill>
              </a:defRPr>
            </a:lvl2pPr>
            <a:lvl3pPr marL="627063" indent="-163513">
              <a:defRPr>
                <a:solidFill>
                  <a:schemeClr val="bg1"/>
                </a:solidFill>
              </a:defRPr>
            </a:lvl3pPr>
            <a:lvl4pPr marL="801688" indent="-180975" defTabSz="852488">
              <a:defRPr>
                <a:solidFill>
                  <a:schemeClr val="bg1"/>
                </a:solidFill>
              </a:defRPr>
            </a:lvl4pPr>
            <a:lvl5pPr marL="914400" indent="-163513">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9"/>
          <p:cNvSpPr>
            <a:spLocks noGrp="1"/>
          </p:cNvSpPr>
          <p:nvPr>
            <p:ph type="body" sz="quarter" idx="14"/>
          </p:nvPr>
        </p:nvSpPr>
        <p:spPr>
          <a:xfrm>
            <a:off x="450850" y="5762103"/>
            <a:ext cx="5911850" cy="939800"/>
          </a:xfrm>
        </p:spPr>
        <p:txBody>
          <a:bodyPr>
            <a:normAutofit/>
          </a:bodyPr>
          <a:lstStyle>
            <a:lvl1pPr>
              <a:defRPr sz="2000"/>
            </a:lvl1pPr>
            <a:lvl2pPr>
              <a:defRPr sz="1800"/>
            </a:lvl2pPr>
          </a:lstStyle>
          <a:p>
            <a:pPr lvl="0"/>
            <a:r>
              <a:rPr lang="en-US" dirty="0"/>
              <a:t>Click to edit Master text styles</a:t>
            </a:r>
          </a:p>
          <a:p>
            <a:pPr lvl="1"/>
            <a:r>
              <a:rPr lang="en-US" dirty="0"/>
              <a:t>Second level</a:t>
            </a:r>
          </a:p>
        </p:txBody>
      </p:sp>
      <p:sp>
        <p:nvSpPr>
          <p:cNvPr id="7" name="Date Placeholder 3"/>
          <p:cNvSpPr>
            <a:spLocks noGrp="1"/>
          </p:cNvSpPr>
          <p:nvPr>
            <p:ph type="dt" sz="half" idx="15"/>
          </p:nvPr>
        </p:nvSpPr>
        <p:spPr>
          <a:xfrm>
            <a:off x="457200" y="6356350"/>
            <a:ext cx="2133600" cy="365125"/>
          </a:xfrm>
          <a:prstGeom prst="rect">
            <a:avLst/>
          </a:prstGeom>
        </p:spPr>
        <p:txBody>
          <a:bodyPr/>
          <a:lstStyle>
            <a:lvl1pPr fontAlgn="auto">
              <a:spcBef>
                <a:spcPts val="0"/>
              </a:spcBef>
              <a:spcAft>
                <a:spcPts val="0"/>
              </a:spcAft>
              <a:defRPr>
                <a:solidFill>
                  <a:prstClr val="black"/>
                </a:solidFill>
                <a:latin typeface="+mn-lt"/>
                <a:cs typeface="+mn-cs"/>
              </a:defRPr>
            </a:lvl1pPr>
          </a:lstStyle>
          <a:p>
            <a:pPr>
              <a:defRPr/>
            </a:pPr>
            <a:fld id="{14B2CC33-8061-4958-9001-870885E8C784}" type="datetimeFigureOut">
              <a:rPr lang="en-US"/>
              <a:pPr>
                <a:defRPr/>
              </a:pPr>
              <a:t>8/2/20</a:t>
            </a:fld>
            <a:endParaRPr lang="en-US" dirty="0"/>
          </a:p>
        </p:txBody>
      </p:sp>
      <p:sp>
        <p:nvSpPr>
          <p:cNvPr id="9" name="Footer Placeholder 4"/>
          <p:cNvSpPr>
            <a:spLocks noGrp="1"/>
          </p:cNvSpPr>
          <p:nvPr>
            <p:ph type="ftr" sz="quarter" idx="16"/>
          </p:nvPr>
        </p:nvSpPr>
        <p:spPr>
          <a:xfrm>
            <a:off x="3124200" y="6356350"/>
            <a:ext cx="2895600" cy="365125"/>
          </a:xfrm>
          <a:prstGeom prst="rect">
            <a:avLst/>
          </a:prstGeom>
        </p:spPr>
        <p:txBody>
          <a:bodyPr/>
          <a:lstStyle>
            <a:lvl1pPr fontAlgn="auto">
              <a:spcBef>
                <a:spcPts val="0"/>
              </a:spcBef>
              <a:spcAft>
                <a:spcPts val="0"/>
              </a:spcAft>
              <a:defRPr>
                <a:solidFill>
                  <a:prstClr val="black"/>
                </a:solidFill>
                <a:latin typeface="+mn-lt"/>
                <a:cs typeface="+mn-cs"/>
              </a:defRPr>
            </a:lvl1pPr>
          </a:lstStyle>
          <a:p>
            <a:pPr>
              <a:defRPr/>
            </a:pPr>
            <a:endParaRPr lang="en-US" dirty="0"/>
          </a:p>
        </p:txBody>
      </p:sp>
      <p:sp>
        <p:nvSpPr>
          <p:cNvPr id="11" name="Slide Number Placeholder 5"/>
          <p:cNvSpPr>
            <a:spLocks noGrp="1"/>
          </p:cNvSpPr>
          <p:nvPr>
            <p:ph type="sldNum" sz="quarter" idx="17"/>
          </p:nvPr>
        </p:nvSpPr>
        <p:spPr/>
        <p:txBody>
          <a:bodyPr/>
          <a:lstStyle>
            <a:lvl1pPr>
              <a:defRPr/>
            </a:lvl1pPr>
          </a:lstStyle>
          <a:p>
            <a:pPr>
              <a:defRPr/>
            </a:pPr>
            <a:fld id="{74AA4760-8ADC-4065-9B33-873E7F17C001}" type="slidenum">
              <a:rPr lang="en-US"/>
              <a:pPr>
                <a:defRPr/>
              </a:pPr>
              <a:t>‹#›</a:t>
            </a:fld>
            <a:endParaRPr lang="en-US" dirty="0"/>
          </a:p>
        </p:txBody>
      </p: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pic>
        <p:nvPicPr>
          <p:cNvPr id="6" name="Picture 8" descr="background.jpg"/>
          <p:cNvPicPr>
            <a:picLocks noChangeAspect="1"/>
          </p:cNvPicPr>
          <p:nvPr userDrawn="1"/>
        </p:nvPicPr>
        <p:blipFill>
          <a:blip r:embed="rId2" cstate="print"/>
          <a:srcRect/>
          <a:stretch>
            <a:fillRect/>
          </a:stretch>
        </p:blipFill>
        <p:spPr bwMode="auto">
          <a:xfrm>
            <a:off x="0" y="0"/>
            <a:ext cx="9144000" cy="1092200"/>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p:cNvSpPr>
            <a:spLocks noGrp="1"/>
          </p:cNvSpPr>
          <p:nvPr>
            <p:ph sz="quarter" idx="13"/>
          </p:nvPr>
        </p:nvSpPr>
        <p:spPr>
          <a:xfrm>
            <a:off x="6851107" y="1577975"/>
            <a:ext cx="2217737" cy="3644900"/>
          </a:xfrm>
        </p:spPr>
        <p:txBody>
          <a:bodyPr/>
          <a:lstStyle>
            <a:lvl1pPr marL="174625" indent="-174625">
              <a:defRPr>
                <a:solidFill>
                  <a:schemeClr val="bg1"/>
                </a:solidFill>
              </a:defRPr>
            </a:lvl1pPr>
            <a:lvl2pPr marL="400050" indent="-219075">
              <a:defRPr>
                <a:solidFill>
                  <a:schemeClr val="bg1"/>
                </a:solidFill>
              </a:defRPr>
            </a:lvl2pPr>
            <a:lvl3pPr marL="627063" indent="-163513">
              <a:defRPr>
                <a:solidFill>
                  <a:schemeClr val="bg1"/>
                </a:solidFill>
              </a:defRPr>
            </a:lvl3pPr>
            <a:lvl4pPr marL="801688" indent="-180975" defTabSz="852488">
              <a:defRPr>
                <a:solidFill>
                  <a:schemeClr val="bg1"/>
                </a:solidFill>
              </a:defRPr>
            </a:lvl4pPr>
            <a:lvl5pPr marL="914400" indent="-163513">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9"/>
          <p:cNvSpPr>
            <a:spLocks noGrp="1"/>
          </p:cNvSpPr>
          <p:nvPr>
            <p:ph type="body" sz="quarter" idx="14"/>
          </p:nvPr>
        </p:nvSpPr>
        <p:spPr>
          <a:xfrm>
            <a:off x="450850" y="5762103"/>
            <a:ext cx="5911850" cy="939800"/>
          </a:xfrm>
        </p:spPr>
        <p:txBody>
          <a:bodyPr>
            <a:normAutofit/>
          </a:bodyPr>
          <a:lstStyle>
            <a:lvl1pPr>
              <a:defRPr sz="2000"/>
            </a:lvl1pPr>
            <a:lvl2pPr>
              <a:defRPr sz="1800"/>
            </a:lvl2pPr>
          </a:lstStyle>
          <a:p>
            <a:pPr lvl="0"/>
            <a:r>
              <a:rPr lang="en-US" dirty="0"/>
              <a:t>Click to edit Master text styles</a:t>
            </a:r>
          </a:p>
          <a:p>
            <a:pPr lvl="1"/>
            <a:r>
              <a:rPr lang="en-US" dirty="0"/>
              <a:t>Second level</a:t>
            </a:r>
          </a:p>
        </p:txBody>
      </p:sp>
      <p:sp>
        <p:nvSpPr>
          <p:cNvPr id="7" name="Date Placeholder 3"/>
          <p:cNvSpPr>
            <a:spLocks noGrp="1"/>
          </p:cNvSpPr>
          <p:nvPr>
            <p:ph type="dt" sz="half" idx="15"/>
          </p:nvPr>
        </p:nvSpPr>
        <p:spPr>
          <a:xfrm>
            <a:off x="457200" y="6356350"/>
            <a:ext cx="2133600" cy="365125"/>
          </a:xfrm>
          <a:prstGeom prst="rect">
            <a:avLst/>
          </a:prstGeom>
        </p:spPr>
        <p:txBody>
          <a:bodyPr/>
          <a:lstStyle>
            <a:lvl1pPr fontAlgn="auto">
              <a:spcBef>
                <a:spcPts val="0"/>
              </a:spcBef>
              <a:spcAft>
                <a:spcPts val="0"/>
              </a:spcAft>
              <a:defRPr>
                <a:solidFill>
                  <a:prstClr val="black"/>
                </a:solidFill>
                <a:latin typeface="+mn-lt"/>
                <a:cs typeface="+mn-cs"/>
              </a:defRPr>
            </a:lvl1pPr>
          </a:lstStyle>
          <a:p>
            <a:pPr>
              <a:defRPr/>
            </a:pPr>
            <a:fld id="{14B2CC33-8061-4958-9001-870885E8C784}" type="datetimeFigureOut">
              <a:rPr lang="en-US"/>
              <a:pPr>
                <a:defRPr/>
              </a:pPr>
              <a:t>8/2/20</a:t>
            </a:fld>
            <a:endParaRPr lang="en-US" dirty="0"/>
          </a:p>
        </p:txBody>
      </p:sp>
      <p:sp>
        <p:nvSpPr>
          <p:cNvPr id="9" name="Footer Placeholder 4"/>
          <p:cNvSpPr>
            <a:spLocks noGrp="1"/>
          </p:cNvSpPr>
          <p:nvPr>
            <p:ph type="ftr" sz="quarter" idx="16"/>
          </p:nvPr>
        </p:nvSpPr>
        <p:spPr>
          <a:xfrm>
            <a:off x="3124200" y="6356350"/>
            <a:ext cx="2895600" cy="365125"/>
          </a:xfrm>
          <a:prstGeom prst="rect">
            <a:avLst/>
          </a:prstGeom>
        </p:spPr>
        <p:txBody>
          <a:bodyPr/>
          <a:lstStyle>
            <a:lvl1pPr fontAlgn="auto">
              <a:spcBef>
                <a:spcPts val="0"/>
              </a:spcBef>
              <a:spcAft>
                <a:spcPts val="0"/>
              </a:spcAft>
              <a:defRPr>
                <a:solidFill>
                  <a:prstClr val="black"/>
                </a:solidFill>
                <a:latin typeface="+mn-lt"/>
                <a:cs typeface="+mn-cs"/>
              </a:defRPr>
            </a:lvl1pPr>
          </a:lstStyle>
          <a:p>
            <a:pPr>
              <a:defRPr/>
            </a:pPr>
            <a:endParaRPr lang="en-US" dirty="0"/>
          </a:p>
        </p:txBody>
      </p:sp>
      <p:sp>
        <p:nvSpPr>
          <p:cNvPr id="11" name="Slide Number Placeholder 5"/>
          <p:cNvSpPr>
            <a:spLocks noGrp="1"/>
          </p:cNvSpPr>
          <p:nvPr>
            <p:ph type="sldNum" sz="quarter" idx="17"/>
          </p:nvPr>
        </p:nvSpPr>
        <p:spPr/>
        <p:txBody>
          <a:bodyPr/>
          <a:lstStyle>
            <a:lvl1pPr>
              <a:defRPr/>
            </a:lvl1pPr>
          </a:lstStyle>
          <a:p>
            <a:pPr>
              <a:defRPr/>
            </a:pPr>
            <a:fld id="{74AA4760-8ADC-4065-9B33-873E7F17C001}" type="slidenum">
              <a:rPr lang="en-US"/>
              <a:pPr>
                <a:defRPr/>
              </a:pPr>
              <a:t>‹#›</a:t>
            </a:fld>
            <a:endParaRPr lang="en-US" dirty="0"/>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7_Title and Content">
    <p:spTree>
      <p:nvGrpSpPr>
        <p:cNvPr id="1" name=""/>
        <p:cNvGrpSpPr/>
        <p:nvPr/>
      </p:nvGrpSpPr>
      <p:grpSpPr>
        <a:xfrm>
          <a:off x="0" y="0"/>
          <a:ext cx="0" cy="0"/>
          <a:chOff x="0" y="0"/>
          <a:chExt cx="0" cy="0"/>
        </a:xfrm>
      </p:grpSpPr>
      <p:pic>
        <p:nvPicPr>
          <p:cNvPr id="6" name="Picture 8" descr="background.jpg"/>
          <p:cNvPicPr>
            <a:picLocks noChangeAspect="1"/>
          </p:cNvPicPr>
          <p:nvPr userDrawn="1"/>
        </p:nvPicPr>
        <p:blipFill>
          <a:blip r:embed="rId2" cstate="print"/>
          <a:srcRect/>
          <a:stretch>
            <a:fillRect/>
          </a:stretch>
        </p:blipFill>
        <p:spPr bwMode="auto">
          <a:xfrm>
            <a:off x="0" y="0"/>
            <a:ext cx="9144000" cy="1092200"/>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p:cNvSpPr>
            <a:spLocks noGrp="1"/>
          </p:cNvSpPr>
          <p:nvPr>
            <p:ph sz="quarter" idx="13"/>
          </p:nvPr>
        </p:nvSpPr>
        <p:spPr>
          <a:xfrm>
            <a:off x="6851107" y="1577975"/>
            <a:ext cx="2217737" cy="3644900"/>
          </a:xfrm>
        </p:spPr>
        <p:txBody>
          <a:bodyPr/>
          <a:lstStyle>
            <a:lvl1pPr marL="174625" indent="-174625">
              <a:defRPr>
                <a:solidFill>
                  <a:schemeClr val="bg1"/>
                </a:solidFill>
              </a:defRPr>
            </a:lvl1pPr>
            <a:lvl2pPr marL="400050" indent="-219075">
              <a:defRPr>
                <a:solidFill>
                  <a:schemeClr val="bg1"/>
                </a:solidFill>
              </a:defRPr>
            </a:lvl2pPr>
            <a:lvl3pPr marL="627063" indent="-163513">
              <a:defRPr>
                <a:solidFill>
                  <a:schemeClr val="bg1"/>
                </a:solidFill>
              </a:defRPr>
            </a:lvl3pPr>
            <a:lvl4pPr marL="801688" indent="-180975" defTabSz="852488">
              <a:defRPr>
                <a:solidFill>
                  <a:schemeClr val="bg1"/>
                </a:solidFill>
              </a:defRPr>
            </a:lvl4pPr>
            <a:lvl5pPr marL="914400" indent="-163513">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9"/>
          <p:cNvSpPr>
            <a:spLocks noGrp="1"/>
          </p:cNvSpPr>
          <p:nvPr>
            <p:ph type="body" sz="quarter" idx="14"/>
          </p:nvPr>
        </p:nvSpPr>
        <p:spPr>
          <a:xfrm>
            <a:off x="450850" y="5762103"/>
            <a:ext cx="5911850" cy="939800"/>
          </a:xfrm>
        </p:spPr>
        <p:txBody>
          <a:bodyPr>
            <a:normAutofit/>
          </a:bodyPr>
          <a:lstStyle>
            <a:lvl1pPr>
              <a:defRPr sz="2000"/>
            </a:lvl1pPr>
            <a:lvl2pPr>
              <a:defRPr sz="1800"/>
            </a:lvl2pPr>
          </a:lstStyle>
          <a:p>
            <a:pPr lvl="0"/>
            <a:r>
              <a:rPr lang="en-US" dirty="0"/>
              <a:t>Click to edit Master text styles</a:t>
            </a:r>
          </a:p>
          <a:p>
            <a:pPr lvl="1"/>
            <a:r>
              <a:rPr lang="en-US" dirty="0"/>
              <a:t>Second level</a:t>
            </a:r>
          </a:p>
        </p:txBody>
      </p:sp>
      <p:sp>
        <p:nvSpPr>
          <p:cNvPr id="7" name="Date Placeholder 3"/>
          <p:cNvSpPr>
            <a:spLocks noGrp="1"/>
          </p:cNvSpPr>
          <p:nvPr>
            <p:ph type="dt" sz="half" idx="15"/>
          </p:nvPr>
        </p:nvSpPr>
        <p:spPr>
          <a:xfrm>
            <a:off x="457200" y="6356350"/>
            <a:ext cx="2133600" cy="365125"/>
          </a:xfrm>
          <a:prstGeom prst="rect">
            <a:avLst/>
          </a:prstGeom>
        </p:spPr>
        <p:txBody>
          <a:bodyPr/>
          <a:lstStyle>
            <a:lvl1pPr fontAlgn="auto">
              <a:spcBef>
                <a:spcPts val="0"/>
              </a:spcBef>
              <a:spcAft>
                <a:spcPts val="0"/>
              </a:spcAft>
              <a:defRPr>
                <a:solidFill>
                  <a:prstClr val="black"/>
                </a:solidFill>
                <a:latin typeface="+mn-lt"/>
                <a:cs typeface="+mn-cs"/>
              </a:defRPr>
            </a:lvl1pPr>
          </a:lstStyle>
          <a:p>
            <a:pPr>
              <a:defRPr/>
            </a:pPr>
            <a:fld id="{14B2CC33-8061-4958-9001-870885E8C784}" type="datetimeFigureOut">
              <a:rPr lang="en-US"/>
              <a:pPr>
                <a:defRPr/>
              </a:pPr>
              <a:t>8/2/20</a:t>
            </a:fld>
            <a:endParaRPr lang="en-US" dirty="0"/>
          </a:p>
        </p:txBody>
      </p:sp>
      <p:sp>
        <p:nvSpPr>
          <p:cNvPr id="9" name="Footer Placeholder 4"/>
          <p:cNvSpPr>
            <a:spLocks noGrp="1"/>
          </p:cNvSpPr>
          <p:nvPr>
            <p:ph type="ftr" sz="quarter" idx="16"/>
          </p:nvPr>
        </p:nvSpPr>
        <p:spPr>
          <a:xfrm>
            <a:off x="3124200" y="6356350"/>
            <a:ext cx="2895600" cy="365125"/>
          </a:xfrm>
          <a:prstGeom prst="rect">
            <a:avLst/>
          </a:prstGeom>
        </p:spPr>
        <p:txBody>
          <a:bodyPr/>
          <a:lstStyle>
            <a:lvl1pPr fontAlgn="auto">
              <a:spcBef>
                <a:spcPts val="0"/>
              </a:spcBef>
              <a:spcAft>
                <a:spcPts val="0"/>
              </a:spcAft>
              <a:defRPr>
                <a:solidFill>
                  <a:prstClr val="black"/>
                </a:solidFill>
                <a:latin typeface="+mn-lt"/>
                <a:cs typeface="+mn-cs"/>
              </a:defRPr>
            </a:lvl1pPr>
          </a:lstStyle>
          <a:p>
            <a:pPr>
              <a:defRPr/>
            </a:pPr>
            <a:endParaRPr lang="en-US" dirty="0"/>
          </a:p>
        </p:txBody>
      </p:sp>
      <p:sp>
        <p:nvSpPr>
          <p:cNvPr id="11" name="Slide Number Placeholder 5"/>
          <p:cNvSpPr>
            <a:spLocks noGrp="1"/>
          </p:cNvSpPr>
          <p:nvPr>
            <p:ph type="sldNum" sz="quarter" idx="17"/>
          </p:nvPr>
        </p:nvSpPr>
        <p:spPr/>
        <p:txBody>
          <a:bodyPr/>
          <a:lstStyle>
            <a:lvl1pPr>
              <a:defRPr/>
            </a:lvl1pPr>
          </a:lstStyle>
          <a:p>
            <a:pPr>
              <a:defRPr/>
            </a:pPr>
            <a:fld id="{74AA4760-8ADC-4065-9B33-873E7F17C001}" type="slidenum">
              <a:rPr lang="en-US"/>
              <a:pPr>
                <a:defRPr/>
              </a:pPr>
              <a:t>‹#›</a:t>
            </a:fld>
            <a:endParaRPr lang="en-US" dirty="0"/>
          </a:p>
        </p:txBody>
      </p:sp>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8_Title and Content">
    <p:spTree>
      <p:nvGrpSpPr>
        <p:cNvPr id="1" name=""/>
        <p:cNvGrpSpPr/>
        <p:nvPr/>
      </p:nvGrpSpPr>
      <p:grpSpPr>
        <a:xfrm>
          <a:off x="0" y="0"/>
          <a:ext cx="0" cy="0"/>
          <a:chOff x="0" y="0"/>
          <a:chExt cx="0" cy="0"/>
        </a:xfrm>
      </p:grpSpPr>
      <p:pic>
        <p:nvPicPr>
          <p:cNvPr id="6" name="Picture 8" descr="background.jpg"/>
          <p:cNvPicPr>
            <a:picLocks noChangeAspect="1"/>
          </p:cNvPicPr>
          <p:nvPr userDrawn="1"/>
        </p:nvPicPr>
        <p:blipFill>
          <a:blip r:embed="rId2" cstate="print"/>
          <a:srcRect/>
          <a:stretch>
            <a:fillRect/>
          </a:stretch>
        </p:blipFill>
        <p:spPr bwMode="auto">
          <a:xfrm>
            <a:off x="0" y="0"/>
            <a:ext cx="9144000" cy="1092200"/>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p:cNvSpPr>
            <a:spLocks noGrp="1"/>
          </p:cNvSpPr>
          <p:nvPr>
            <p:ph sz="quarter" idx="13"/>
          </p:nvPr>
        </p:nvSpPr>
        <p:spPr>
          <a:xfrm>
            <a:off x="6851107" y="1577975"/>
            <a:ext cx="2217737" cy="3644900"/>
          </a:xfrm>
        </p:spPr>
        <p:txBody>
          <a:bodyPr/>
          <a:lstStyle>
            <a:lvl1pPr marL="174625" indent="-174625">
              <a:defRPr>
                <a:solidFill>
                  <a:schemeClr val="bg1"/>
                </a:solidFill>
              </a:defRPr>
            </a:lvl1pPr>
            <a:lvl2pPr marL="400050" indent="-219075">
              <a:defRPr>
                <a:solidFill>
                  <a:schemeClr val="bg1"/>
                </a:solidFill>
              </a:defRPr>
            </a:lvl2pPr>
            <a:lvl3pPr marL="627063" indent="-163513">
              <a:defRPr>
                <a:solidFill>
                  <a:schemeClr val="bg1"/>
                </a:solidFill>
              </a:defRPr>
            </a:lvl3pPr>
            <a:lvl4pPr marL="801688" indent="-180975" defTabSz="852488">
              <a:defRPr>
                <a:solidFill>
                  <a:schemeClr val="bg1"/>
                </a:solidFill>
              </a:defRPr>
            </a:lvl4pPr>
            <a:lvl5pPr marL="914400" indent="-163513">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9"/>
          <p:cNvSpPr>
            <a:spLocks noGrp="1"/>
          </p:cNvSpPr>
          <p:nvPr>
            <p:ph type="body" sz="quarter" idx="14"/>
          </p:nvPr>
        </p:nvSpPr>
        <p:spPr>
          <a:xfrm>
            <a:off x="450850" y="5762103"/>
            <a:ext cx="5911850" cy="939800"/>
          </a:xfrm>
        </p:spPr>
        <p:txBody>
          <a:bodyPr>
            <a:normAutofit/>
          </a:bodyPr>
          <a:lstStyle>
            <a:lvl1pPr>
              <a:defRPr sz="2000"/>
            </a:lvl1pPr>
            <a:lvl2pPr>
              <a:defRPr sz="1800"/>
            </a:lvl2pPr>
          </a:lstStyle>
          <a:p>
            <a:pPr lvl="0"/>
            <a:r>
              <a:rPr lang="en-US" dirty="0"/>
              <a:t>Click to edit Master text styles</a:t>
            </a:r>
          </a:p>
          <a:p>
            <a:pPr lvl="1"/>
            <a:r>
              <a:rPr lang="en-US" dirty="0"/>
              <a:t>Second level</a:t>
            </a:r>
          </a:p>
        </p:txBody>
      </p:sp>
      <p:sp>
        <p:nvSpPr>
          <p:cNvPr id="7" name="Date Placeholder 3"/>
          <p:cNvSpPr>
            <a:spLocks noGrp="1"/>
          </p:cNvSpPr>
          <p:nvPr>
            <p:ph type="dt" sz="half" idx="15"/>
          </p:nvPr>
        </p:nvSpPr>
        <p:spPr>
          <a:xfrm>
            <a:off x="457200" y="6356350"/>
            <a:ext cx="2133600" cy="365125"/>
          </a:xfrm>
          <a:prstGeom prst="rect">
            <a:avLst/>
          </a:prstGeom>
        </p:spPr>
        <p:txBody>
          <a:bodyPr/>
          <a:lstStyle>
            <a:lvl1pPr fontAlgn="auto">
              <a:spcBef>
                <a:spcPts val="0"/>
              </a:spcBef>
              <a:spcAft>
                <a:spcPts val="0"/>
              </a:spcAft>
              <a:defRPr>
                <a:solidFill>
                  <a:prstClr val="black"/>
                </a:solidFill>
                <a:latin typeface="+mn-lt"/>
                <a:cs typeface="+mn-cs"/>
              </a:defRPr>
            </a:lvl1pPr>
          </a:lstStyle>
          <a:p>
            <a:pPr>
              <a:defRPr/>
            </a:pPr>
            <a:fld id="{14B2CC33-8061-4958-9001-870885E8C784}" type="datetimeFigureOut">
              <a:rPr lang="en-US"/>
              <a:pPr>
                <a:defRPr/>
              </a:pPr>
              <a:t>8/2/20</a:t>
            </a:fld>
            <a:endParaRPr lang="en-US" dirty="0"/>
          </a:p>
        </p:txBody>
      </p:sp>
      <p:sp>
        <p:nvSpPr>
          <p:cNvPr id="9" name="Footer Placeholder 4"/>
          <p:cNvSpPr>
            <a:spLocks noGrp="1"/>
          </p:cNvSpPr>
          <p:nvPr>
            <p:ph type="ftr" sz="quarter" idx="16"/>
          </p:nvPr>
        </p:nvSpPr>
        <p:spPr>
          <a:xfrm>
            <a:off x="3124200" y="6356350"/>
            <a:ext cx="2895600" cy="365125"/>
          </a:xfrm>
          <a:prstGeom prst="rect">
            <a:avLst/>
          </a:prstGeom>
        </p:spPr>
        <p:txBody>
          <a:bodyPr/>
          <a:lstStyle>
            <a:lvl1pPr fontAlgn="auto">
              <a:spcBef>
                <a:spcPts val="0"/>
              </a:spcBef>
              <a:spcAft>
                <a:spcPts val="0"/>
              </a:spcAft>
              <a:defRPr>
                <a:solidFill>
                  <a:prstClr val="black"/>
                </a:solidFill>
                <a:latin typeface="+mn-lt"/>
                <a:cs typeface="+mn-cs"/>
              </a:defRPr>
            </a:lvl1pPr>
          </a:lstStyle>
          <a:p>
            <a:pPr>
              <a:defRPr/>
            </a:pPr>
            <a:endParaRPr lang="en-US" dirty="0"/>
          </a:p>
        </p:txBody>
      </p:sp>
      <p:sp>
        <p:nvSpPr>
          <p:cNvPr id="11" name="Slide Number Placeholder 5"/>
          <p:cNvSpPr>
            <a:spLocks noGrp="1"/>
          </p:cNvSpPr>
          <p:nvPr>
            <p:ph type="sldNum" sz="quarter" idx="17"/>
          </p:nvPr>
        </p:nvSpPr>
        <p:spPr/>
        <p:txBody>
          <a:bodyPr/>
          <a:lstStyle>
            <a:lvl1pPr>
              <a:defRPr/>
            </a:lvl1pPr>
          </a:lstStyle>
          <a:p>
            <a:pPr>
              <a:defRPr/>
            </a:pPr>
            <a:fld id="{74AA4760-8ADC-4065-9B33-873E7F17C001}" type="slidenum">
              <a:rPr lang="en-US"/>
              <a:pPr>
                <a:defRPr/>
              </a:pPr>
              <a:t>‹#›</a:t>
            </a:fld>
            <a:endParaRPr lang="en-US" dirty="0"/>
          </a:p>
        </p:txBody>
      </p:sp>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9_Title and Content">
    <p:spTree>
      <p:nvGrpSpPr>
        <p:cNvPr id="1" name=""/>
        <p:cNvGrpSpPr/>
        <p:nvPr/>
      </p:nvGrpSpPr>
      <p:grpSpPr>
        <a:xfrm>
          <a:off x="0" y="0"/>
          <a:ext cx="0" cy="0"/>
          <a:chOff x="0" y="0"/>
          <a:chExt cx="0" cy="0"/>
        </a:xfrm>
      </p:grpSpPr>
      <p:pic>
        <p:nvPicPr>
          <p:cNvPr id="6" name="Picture 8" descr="background.jpg"/>
          <p:cNvPicPr>
            <a:picLocks noChangeAspect="1"/>
          </p:cNvPicPr>
          <p:nvPr userDrawn="1"/>
        </p:nvPicPr>
        <p:blipFill>
          <a:blip r:embed="rId2" cstate="print"/>
          <a:srcRect/>
          <a:stretch>
            <a:fillRect/>
          </a:stretch>
        </p:blipFill>
        <p:spPr bwMode="auto">
          <a:xfrm>
            <a:off x="0" y="0"/>
            <a:ext cx="9144000" cy="1092200"/>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p:cNvSpPr>
            <a:spLocks noGrp="1"/>
          </p:cNvSpPr>
          <p:nvPr>
            <p:ph sz="quarter" idx="13"/>
          </p:nvPr>
        </p:nvSpPr>
        <p:spPr>
          <a:xfrm>
            <a:off x="6851107" y="1577975"/>
            <a:ext cx="2217737" cy="3644900"/>
          </a:xfrm>
        </p:spPr>
        <p:txBody>
          <a:bodyPr/>
          <a:lstStyle>
            <a:lvl1pPr marL="174625" indent="-174625">
              <a:defRPr>
                <a:solidFill>
                  <a:schemeClr val="bg1"/>
                </a:solidFill>
              </a:defRPr>
            </a:lvl1pPr>
            <a:lvl2pPr marL="400050" indent="-219075">
              <a:defRPr>
                <a:solidFill>
                  <a:schemeClr val="bg1"/>
                </a:solidFill>
              </a:defRPr>
            </a:lvl2pPr>
            <a:lvl3pPr marL="627063" indent="-163513">
              <a:defRPr>
                <a:solidFill>
                  <a:schemeClr val="bg1"/>
                </a:solidFill>
              </a:defRPr>
            </a:lvl3pPr>
            <a:lvl4pPr marL="801688" indent="-180975" defTabSz="852488">
              <a:defRPr>
                <a:solidFill>
                  <a:schemeClr val="bg1"/>
                </a:solidFill>
              </a:defRPr>
            </a:lvl4pPr>
            <a:lvl5pPr marL="914400" indent="-163513">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9"/>
          <p:cNvSpPr>
            <a:spLocks noGrp="1"/>
          </p:cNvSpPr>
          <p:nvPr>
            <p:ph type="body" sz="quarter" idx="14"/>
          </p:nvPr>
        </p:nvSpPr>
        <p:spPr>
          <a:xfrm>
            <a:off x="450850" y="5762103"/>
            <a:ext cx="5911850" cy="939800"/>
          </a:xfrm>
        </p:spPr>
        <p:txBody>
          <a:bodyPr>
            <a:normAutofit/>
          </a:bodyPr>
          <a:lstStyle>
            <a:lvl1pPr>
              <a:defRPr sz="2000"/>
            </a:lvl1pPr>
            <a:lvl2pPr>
              <a:defRPr sz="1800"/>
            </a:lvl2pPr>
          </a:lstStyle>
          <a:p>
            <a:pPr lvl="0"/>
            <a:r>
              <a:rPr lang="en-US" dirty="0"/>
              <a:t>Click to edit Master text styles</a:t>
            </a:r>
          </a:p>
          <a:p>
            <a:pPr lvl="1"/>
            <a:r>
              <a:rPr lang="en-US" dirty="0"/>
              <a:t>Second level</a:t>
            </a:r>
          </a:p>
        </p:txBody>
      </p:sp>
      <p:sp>
        <p:nvSpPr>
          <p:cNvPr id="7" name="Date Placeholder 3"/>
          <p:cNvSpPr>
            <a:spLocks noGrp="1"/>
          </p:cNvSpPr>
          <p:nvPr>
            <p:ph type="dt" sz="half" idx="15"/>
          </p:nvPr>
        </p:nvSpPr>
        <p:spPr>
          <a:xfrm>
            <a:off x="457200" y="6356350"/>
            <a:ext cx="2133600" cy="365125"/>
          </a:xfrm>
          <a:prstGeom prst="rect">
            <a:avLst/>
          </a:prstGeom>
        </p:spPr>
        <p:txBody>
          <a:bodyPr/>
          <a:lstStyle>
            <a:lvl1pPr fontAlgn="auto">
              <a:spcBef>
                <a:spcPts val="0"/>
              </a:spcBef>
              <a:spcAft>
                <a:spcPts val="0"/>
              </a:spcAft>
              <a:defRPr>
                <a:solidFill>
                  <a:prstClr val="black"/>
                </a:solidFill>
                <a:latin typeface="+mn-lt"/>
                <a:cs typeface="+mn-cs"/>
              </a:defRPr>
            </a:lvl1pPr>
          </a:lstStyle>
          <a:p>
            <a:pPr>
              <a:defRPr/>
            </a:pPr>
            <a:fld id="{14B2CC33-8061-4958-9001-870885E8C784}" type="datetimeFigureOut">
              <a:rPr lang="en-US"/>
              <a:pPr>
                <a:defRPr/>
              </a:pPr>
              <a:t>8/2/20</a:t>
            </a:fld>
            <a:endParaRPr lang="en-US" dirty="0"/>
          </a:p>
        </p:txBody>
      </p:sp>
      <p:sp>
        <p:nvSpPr>
          <p:cNvPr id="9" name="Footer Placeholder 4"/>
          <p:cNvSpPr>
            <a:spLocks noGrp="1"/>
          </p:cNvSpPr>
          <p:nvPr>
            <p:ph type="ftr" sz="quarter" idx="16"/>
          </p:nvPr>
        </p:nvSpPr>
        <p:spPr>
          <a:xfrm>
            <a:off x="3124200" y="6356350"/>
            <a:ext cx="2895600" cy="365125"/>
          </a:xfrm>
          <a:prstGeom prst="rect">
            <a:avLst/>
          </a:prstGeom>
        </p:spPr>
        <p:txBody>
          <a:bodyPr/>
          <a:lstStyle>
            <a:lvl1pPr fontAlgn="auto">
              <a:spcBef>
                <a:spcPts val="0"/>
              </a:spcBef>
              <a:spcAft>
                <a:spcPts val="0"/>
              </a:spcAft>
              <a:defRPr>
                <a:solidFill>
                  <a:prstClr val="black"/>
                </a:solidFill>
                <a:latin typeface="+mn-lt"/>
                <a:cs typeface="+mn-cs"/>
              </a:defRPr>
            </a:lvl1pPr>
          </a:lstStyle>
          <a:p>
            <a:pPr>
              <a:defRPr/>
            </a:pPr>
            <a:endParaRPr lang="en-US" dirty="0"/>
          </a:p>
        </p:txBody>
      </p:sp>
      <p:sp>
        <p:nvSpPr>
          <p:cNvPr id="11" name="Slide Number Placeholder 5"/>
          <p:cNvSpPr>
            <a:spLocks noGrp="1"/>
          </p:cNvSpPr>
          <p:nvPr>
            <p:ph type="sldNum" sz="quarter" idx="17"/>
          </p:nvPr>
        </p:nvSpPr>
        <p:spPr/>
        <p:txBody>
          <a:bodyPr/>
          <a:lstStyle>
            <a:lvl1pPr>
              <a:defRPr/>
            </a:lvl1pPr>
          </a:lstStyle>
          <a:p>
            <a:pPr>
              <a:defRPr/>
            </a:pPr>
            <a:fld id="{74AA4760-8ADC-4065-9B33-873E7F17C001}" type="slidenum">
              <a:rPr lang="en-US"/>
              <a:pPr>
                <a:defRPr/>
              </a:pPr>
              <a:t>‹#›</a:t>
            </a:fld>
            <a:endParaRPr lang="en-US" dirty="0"/>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0_Title and Content">
    <p:spTree>
      <p:nvGrpSpPr>
        <p:cNvPr id="1" name=""/>
        <p:cNvGrpSpPr/>
        <p:nvPr/>
      </p:nvGrpSpPr>
      <p:grpSpPr>
        <a:xfrm>
          <a:off x="0" y="0"/>
          <a:ext cx="0" cy="0"/>
          <a:chOff x="0" y="0"/>
          <a:chExt cx="0" cy="0"/>
        </a:xfrm>
      </p:grpSpPr>
      <p:pic>
        <p:nvPicPr>
          <p:cNvPr id="6" name="Picture 8" descr="background.jpg"/>
          <p:cNvPicPr>
            <a:picLocks noChangeAspect="1"/>
          </p:cNvPicPr>
          <p:nvPr userDrawn="1"/>
        </p:nvPicPr>
        <p:blipFill>
          <a:blip r:embed="rId2" cstate="print"/>
          <a:srcRect/>
          <a:stretch>
            <a:fillRect/>
          </a:stretch>
        </p:blipFill>
        <p:spPr bwMode="auto">
          <a:xfrm>
            <a:off x="0" y="0"/>
            <a:ext cx="9144000" cy="1092200"/>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p:cNvSpPr>
            <a:spLocks noGrp="1"/>
          </p:cNvSpPr>
          <p:nvPr>
            <p:ph sz="quarter" idx="13"/>
          </p:nvPr>
        </p:nvSpPr>
        <p:spPr>
          <a:xfrm>
            <a:off x="6851107" y="1577975"/>
            <a:ext cx="2217737" cy="3644900"/>
          </a:xfrm>
        </p:spPr>
        <p:txBody>
          <a:bodyPr/>
          <a:lstStyle>
            <a:lvl1pPr marL="174625" indent="-174625">
              <a:defRPr>
                <a:solidFill>
                  <a:schemeClr val="bg1"/>
                </a:solidFill>
              </a:defRPr>
            </a:lvl1pPr>
            <a:lvl2pPr marL="400050" indent="-219075">
              <a:defRPr>
                <a:solidFill>
                  <a:schemeClr val="bg1"/>
                </a:solidFill>
              </a:defRPr>
            </a:lvl2pPr>
            <a:lvl3pPr marL="627063" indent="-163513">
              <a:defRPr>
                <a:solidFill>
                  <a:schemeClr val="bg1"/>
                </a:solidFill>
              </a:defRPr>
            </a:lvl3pPr>
            <a:lvl4pPr marL="801688" indent="-180975" defTabSz="852488">
              <a:defRPr>
                <a:solidFill>
                  <a:schemeClr val="bg1"/>
                </a:solidFill>
              </a:defRPr>
            </a:lvl4pPr>
            <a:lvl5pPr marL="914400" indent="-163513">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9"/>
          <p:cNvSpPr>
            <a:spLocks noGrp="1"/>
          </p:cNvSpPr>
          <p:nvPr>
            <p:ph type="body" sz="quarter" idx="14"/>
          </p:nvPr>
        </p:nvSpPr>
        <p:spPr>
          <a:xfrm>
            <a:off x="450850" y="5762103"/>
            <a:ext cx="5911850" cy="939800"/>
          </a:xfrm>
        </p:spPr>
        <p:txBody>
          <a:bodyPr>
            <a:normAutofit/>
          </a:bodyPr>
          <a:lstStyle>
            <a:lvl1pPr>
              <a:defRPr sz="2000"/>
            </a:lvl1pPr>
            <a:lvl2pPr>
              <a:defRPr sz="1800"/>
            </a:lvl2pPr>
          </a:lstStyle>
          <a:p>
            <a:pPr lvl="0"/>
            <a:r>
              <a:rPr lang="en-US" dirty="0"/>
              <a:t>Click to edit Master text styles</a:t>
            </a:r>
          </a:p>
          <a:p>
            <a:pPr lvl="1"/>
            <a:r>
              <a:rPr lang="en-US" dirty="0"/>
              <a:t>Second level</a:t>
            </a:r>
          </a:p>
        </p:txBody>
      </p:sp>
      <p:sp>
        <p:nvSpPr>
          <p:cNvPr id="7" name="Date Placeholder 3"/>
          <p:cNvSpPr>
            <a:spLocks noGrp="1"/>
          </p:cNvSpPr>
          <p:nvPr>
            <p:ph type="dt" sz="half" idx="15"/>
          </p:nvPr>
        </p:nvSpPr>
        <p:spPr>
          <a:xfrm>
            <a:off x="457200" y="6356350"/>
            <a:ext cx="2133600" cy="365125"/>
          </a:xfrm>
          <a:prstGeom prst="rect">
            <a:avLst/>
          </a:prstGeom>
        </p:spPr>
        <p:txBody>
          <a:bodyPr/>
          <a:lstStyle>
            <a:lvl1pPr fontAlgn="auto">
              <a:spcBef>
                <a:spcPts val="0"/>
              </a:spcBef>
              <a:spcAft>
                <a:spcPts val="0"/>
              </a:spcAft>
              <a:defRPr>
                <a:solidFill>
                  <a:prstClr val="black"/>
                </a:solidFill>
                <a:latin typeface="+mn-lt"/>
                <a:cs typeface="+mn-cs"/>
              </a:defRPr>
            </a:lvl1pPr>
          </a:lstStyle>
          <a:p>
            <a:pPr>
              <a:defRPr/>
            </a:pPr>
            <a:fld id="{14B2CC33-8061-4958-9001-870885E8C784}" type="datetimeFigureOut">
              <a:rPr lang="en-US"/>
              <a:pPr>
                <a:defRPr/>
              </a:pPr>
              <a:t>8/2/20</a:t>
            </a:fld>
            <a:endParaRPr lang="en-US" dirty="0"/>
          </a:p>
        </p:txBody>
      </p:sp>
      <p:sp>
        <p:nvSpPr>
          <p:cNvPr id="9" name="Footer Placeholder 4"/>
          <p:cNvSpPr>
            <a:spLocks noGrp="1"/>
          </p:cNvSpPr>
          <p:nvPr>
            <p:ph type="ftr" sz="quarter" idx="16"/>
          </p:nvPr>
        </p:nvSpPr>
        <p:spPr>
          <a:xfrm>
            <a:off x="3124200" y="6356350"/>
            <a:ext cx="2895600" cy="365125"/>
          </a:xfrm>
          <a:prstGeom prst="rect">
            <a:avLst/>
          </a:prstGeom>
        </p:spPr>
        <p:txBody>
          <a:bodyPr/>
          <a:lstStyle>
            <a:lvl1pPr fontAlgn="auto">
              <a:spcBef>
                <a:spcPts val="0"/>
              </a:spcBef>
              <a:spcAft>
                <a:spcPts val="0"/>
              </a:spcAft>
              <a:defRPr>
                <a:solidFill>
                  <a:prstClr val="black"/>
                </a:solidFill>
                <a:latin typeface="+mn-lt"/>
                <a:cs typeface="+mn-cs"/>
              </a:defRPr>
            </a:lvl1pPr>
          </a:lstStyle>
          <a:p>
            <a:pPr>
              <a:defRPr/>
            </a:pPr>
            <a:endParaRPr lang="en-US" dirty="0"/>
          </a:p>
        </p:txBody>
      </p:sp>
      <p:sp>
        <p:nvSpPr>
          <p:cNvPr id="11" name="Slide Number Placeholder 5"/>
          <p:cNvSpPr>
            <a:spLocks noGrp="1"/>
          </p:cNvSpPr>
          <p:nvPr>
            <p:ph type="sldNum" sz="quarter" idx="17"/>
          </p:nvPr>
        </p:nvSpPr>
        <p:spPr/>
        <p:txBody>
          <a:bodyPr/>
          <a:lstStyle>
            <a:lvl1pPr>
              <a:defRPr/>
            </a:lvl1pPr>
          </a:lstStyle>
          <a:p>
            <a:pPr>
              <a:defRPr/>
            </a:pPr>
            <a:fld id="{74AA4760-8ADC-4065-9B33-873E7F17C001}" type="slidenum">
              <a:rPr lang="en-US"/>
              <a:pPr>
                <a:defRPr/>
              </a:pPr>
              <a:t>‹#›</a:t>
            </a:fld>
            <a:endParaRPr lang="en-US" dirty="0"/>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1_Title and Content">
    <p:spTree>
      <p:nvGrpSpPr>
        <p:cNvPr id="1" name=""/>
        <p:cNvGrpSpPr/>
        <p:nvPr/>
      </p:nvGrpSpPr>
      <p:grpSpPr>
        <a:xfrm>
          <a:off x="0" y="0"/>
          <a:ext cx="0" cy="0"/>
          <a:chOff x="0" y="0"/>
          <a:chExt cx="0" cy="0"/>
        </a:xfrm>
      </p:grpSpPr>
      <p:pic>
        <p:nvPicPr>
          <p:cNvPr id="6" name="Picture 8" descr="background.jpg"/>
          <p:cNvPicPr>
            <a:picLocks noChangeAspect="1"/>
          </p:cNvPicPr>
          <p:nvPr userDrawn="1"/>
        </p:nvPicPr>
        <p:blipFill>
          <a:blip r:embed="rId2" cstate="print"/>
          <a:srcRect/>
          <a:stretch>
            <a:fillRect/>
          </a:stretch>
        </p:blipFill>
        <p:spPr bwMode="auto">
          <a:xfrm>
            <a:off x="0" y="0"/>
            <a:ext cx="9144000" cy="1092200"/>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p:cNvSpPr>
            <a:spLocks noGrp="1"/>
          </p:cNvSpPr>
          <p:nvPr>
            <p:ph sz="quarter" idx="13"/>
          </p:nvPr>
        </p:nvSpPr>
        <p:spPr>
          <a:xfrm>
            <a:off x="6851107" y="1577975"/>
            <a:ext cx="2217737" cy="3644900"/>
          </a:xfrm>
        </p:spPr>
        <p:txBody>
          <a:bodyPr/>
          <a:lstStyle>
            <a:lvl1pPr marL="174625" indent="-174625">
              <a:defRPr>
                <a:solidFill>
                  <a:schemeClr val="bg1"/>
                </a:solidFill>
              </a:defRPr>
            </a:lvl1pPr>
            <a:lvl2pPr marL="400050" indent="-219075">
              <a:defRPr>
                <a:solidFill>
                  <a:schemeClr val="bg1"/>
                </a:solidFill>
              </a:defRPr>
            </a:lvl2pPr>
            <a:lvl3pPr marL="627063" indent="-163513">
              <a:defRPr>
                <a:solidFill>
                  <a:schemeClr val="bg1"/>
                </a:solidFill>
              </a:defRPr>
            </a:lvl3pPr>
            <a:lvl4pPr marL="801688" indent="-180975" defTabSz="852488">
              <a:defRPr>
                <a:solidFill>
                  <a:schemeClr val="bg1"/>
                </a:solidFill>
              </a:defRPr>
            </a:lvl4pPr>
            <a:lvl5pPr marL="914400" indent="-163513">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9"/>
          <p:cNvSpPr>
            <a:spLocks noGrp="1"/>
          </p:cNvSpPr>
          <p:nvPr>
            <p:ph type="body" sz="quarter" idx="14"/>
          </p:nvPr>
        </p:nvSpPr>
        <p:spPr>
          <a:xfrm>
            <a:off x="450850" y="5762103"/>
            <a:ext cx="5911850" cy="939800"/>
          </a:xfrm>
        </p:spPr>
        <p:txBody>
          <a:bodyPr>
            <a:normAutofit/>
          </a:bodyPr>
          <a:lstStyle>
            <a:lvl1pPr>
              <a:defRPr sz="2000"/>
            </a:lvl1pPr>
            <a:lvl2pPr>
              <a:defRPr sz="1800"/>
            </a:lvl2pPr>
          </a:lstStyle>
          <a:p>
            <a:pPr lvl="0"/>
            <a:r>
              <a:rPr lang="en-US" dirty="0"/>
              <a:t>Click to edit Master text styles</a:t>
            </a:r>
          </a:p>
          <a:p>
            <a:pPr lvl="1"/>
            <a:r>
              <a:rPr lang="en-US" dirty="0"/>
              <a:t>Second level</a:t>
            </a:r>
          </a:p>
        </p:txBody>
      </p:sp>
      <p:sp>
        <p:nvSpPr>
          <p:cNvPr id="7" name="Date Placeholder 3"/>
          <p:cNvSpPr>
            <a:spLocks noGrp="1"/>
          </p:cNvSpPr>
          <p:nvPr>
            <p:ph type="dt" sz="half" idx="15"/>
          </p:nvPr>
        </p:nvSpPr>
        <p:spPr>
          <a:xfrm>
            <a:off x="457200" y="6356350"/>
            <a:ext cx="2133600" cy="365125"/>
          </a:xfrm>
          <a:prstGeom prst="rect">
            <a:avLst/>
          </a:prstGeom>
        </p:spPr>
        <p:txBody>
          <a:bodyPr/>
          <a:lstStyle>
            <a:lvl1pPr fontAlgn="auto">
              <a:spcBef>
                <a:spcPts val="0"/>
              </a:spcBef>
              <a:spcAft>
                <a:spcPts val="0"/>
              </a:spcAft>
              <a:defRPr>
                <a:solidFill>
                  <a:prstClr val="black"/>
                </a:solidFill>
                <a:latin typeface="+mn-lt"/>
                <a:cs typeface="+mn-cs"/>
              </a:defRPr>
            </a:lvl1pPr>
          </a:lstStyle>
          <a:p>
            <a:pPr>
              <a:defRPr/>
            </a:pPr>
            <a:fld id="{14B2CC33-8061-4958-9001-870885E8C784}" type="datetimeFigureOut">
              <a:rPr lang="en-US"/>
              <a:pPr>
                <a:defRPr/>
              </a:pPr>
              <a:t>8/2/20</a:t>
            </a:fld>
            <a:endParaRPr lang="en-US" dirty="0"/>
          </a:p>
        </p:txBody>
      </p:sp>
      <p:sp>
        <p:nvSpPr>
          <p:cNvPr id="9" name="Footer Placeholder 4"/>
          <p:cNvSpPr>
            <a:spLocks noGrp="1"/>
          </p:cNvSpPr>
          <p:nvPr>
            <p:ph type="ftr" sz="quarter" idx="16"/>
          </p:nvPr>
        </p:nvSpPr>
        <p:spPr>
          <a:xfrm>
            <a:off x="3124200" y="6356350"/>
            <a:ext cx="2895600" cy="365125"/>
          </a:xfrm>
          <a:prstGeom prst="rect">
            <a:avLst/>
          </a:prstGeom>
        </p:spPr>
        <p:txBody>
          <a:bodyPr/>
          <a:lstStyle>
            <a:lvl1pPr fontAlgn="auto">
              <a:spcBef>
                <a:spcPts val="0"/>
              </a:spcBef>
              <a:spcAft>
                <a:spcPts val="0"/>
              </a:spcAft>
              <a:defRPr>
                <a:solidFill>
                  <a:prstClr val="black"/>
                </a:solidFill>
                <a:latin typeface="+mn-lt"/>
                <a:cs typeface="+mn-cs"/>
              </a:defRPr>
            </a:lvl1pPr>
          </a:lstStyle>
          <a:p>
            <a:pPr>
              <a:defRPr/>
            </a:pPr>
            <a:endParaRPr lang="en-US" dirty="0"/>
          </a:p>
        </p:txBody>
      </p:sp>
      <p:sp>
        <p:nvSpPr>
          <p:cNvPr id="11" name="Slide Number Placeholder 5"/>
          <p:cNvSpPr>
            <a:spLocks noGrp="1"/>
          </p:cNvSpPr>
          <p:nvPr>
            <p:ph type="sldNum" sz="quarter" idx="17"/>
          </p:nvPr>
        </p:nvSpPr>
        <p:spPr/>
        <p:txBody>
          <a:bodyPr/>
          <a:lstStyle>
            <a:lvl1pPr>
              <a:defRPr/>
            </a:lvl1pPr>
          </a:lstStyle>
          <a:p>
            <a:pPr>
              <a:defRPr/>
            </a:pPr>
            <a:fld id="{74AA4760-8ADC-4065-9B33-873E7F17C001}" type="slidenum">
              <a:rPr lang="en-US"/>
              <a:pPr>
                <a:defRPr/>
              </a:pPr>
              <a:t>‹#›</a:t>
            </a:fld>
            <a:endParaRPr lang="en-US" dirty="0"/>
          </a:p>
        </p:txBody>
      </p:sp>
    </p:spTree>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2_Title and Content">
    <p:spTree>
      <p:nvGrpSpPr>
        <p:cNvPr id="1" name=""/>
        <p:cNvGrpSpPr/>
        <p:nvPr/>
      </p:nvGrpSpPr>
      <p:grpSpPr>
        <a:xfrm>
          <a:off x="0" y="0"/>
          <a:ext cx="0" cy="0"/>
          <a:chOff x="0" y="0"/>
          <a:chExt cx="0" cy="0"/>
        </a:xfrm>
      </p:grpSpPr>
      <p:pic>
        <p:nvPicPr>
          <p:cNvPr id="6" name="Picture 8" descr="background.jpg"/>
          <p:cNvPicPr>
            <a:picLocks noChangeAspect="1"/>
          </p:cNvPicPr>
          <p:nvPr userDrawn="1"/>
        </p:nvPicPr>
        <p:blipFill>
          <a:blip r:embed="rId2" cstate="print"/>
          <a:srcRect/>
          <a:stretch>
            <a:fillRect/>
          </a:stretch>
        </p:blipFill>
        <p:spPr bwMode="auto">
          <a:xfrm>
            <a:off x="0" y="0"/>
            <a:ext cx="9144000" cy="1092200"/>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p:cNvSpPr>
            <a:spLocks noGrp="1"/>
          </p:cNvSpPr>
          <p:nvPr>
            <p:ph sz="quarter" idx="13"/>
          </p:nvPr>
        </p:nvSpPr>
        <p:spPr>
          <a:xfrm>
            <a:off x="6851107" y="1577975"/>
            <a:ext cx="2217737" cy="3644900"/>
          </a:xfrm>
        </p:spPr>
        <p:txBody>
          <a:bodyPr/>
          <a:lstStyle>
            <a:lvl1pPr marL="174625" indent="-174625">
              <a:defRPr>
                <a:solidFill>
                  <a:schemeClr val="bg1"/>
                </a:solidFill>
              </a:defRPr>
            </a:lvl1pPr>
            <a:lvl2pPr marL="400050" indent="-219075">
              <a:defRPr>
                <a:solidFill>
                  <a:schemeClr val="bg1"/>
                </a:solidFill>
              </a:defRPr>
            </a:lvl2pPr>
            <a:lvl3pPr marL="627063" indent="-163513">
              <a:defRPr>
                <a:solidFill>
                  <a:schemeClr val="bg1"/>
                </a:solidFill>
              </a:defRPr>
            </a:lvl3pPr>
            <a:lvl4pPr marL="801688" indent="-180975" defTabSz="852488">
              <a:defRPr>
                <a:solidFill>
                  <a:schemeClr val="bg1"/>
                </a:solidFill>
              </a:defRPr>
            </a:lvl4pPr>
            <a:lvl5pPr marL="914400" indent="-163513">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9"/>
          <p:cNvSpPr>
            <a:spLocks noGrp="1"/>
          </p:cNvSpPr>
          <p:nvPr>
            <p:ph type="body" sz="quarter" idx="14"/>
          </p:nvPr>
        </p:nvSpPr>
        <p:spPr>
          <a:xfrm>
            <a:off x="450850" y="5762103"/>
            <a:ext cx="5911850" cy="939800"/>
          </a:xfrm>
        </p:spPr>
        <p:txBody>
          <a:bodyPr>
            <a:normAutofit/>
          </a:bodyPr>
          <a:lstStyle>
            <a:lvl1pPr>
              <a:defRPr sz="2000"/>
            </a:lvl1pPr>
            <a:lvl2pPr>
              <a:defRPr sz="1800"/>
            </a:lvl2pPr>
          </a:lstStyle>
          <a:p>
            <a:pPr lvl="0"/>
            <a:r>
              <a:rPr lang="en-US" dirty="0"/>
              <a:t>Click to edit Master text styles</a:t>
            </a:r>
          </a:p>
          <a:p>
            <a:pPr lvl="1"/>
            <a:r>
              <a:rPr lang="en-US" dirty="0"/>
              <a:t>Second level</a:t>
            </a:r>
          </a:p>
        </p:txBody>
      </p:sp>
      <p:sp>
        <p:nvSpPr>
          <p:cNvPr id="7" name="Date Placeholder 3"/>
          <p:cNvSpPr>
            <a:spLocks noGrp="1"/>
          </p:cNvSpPr>
          <p:nvPr>
            <p:ph type="dt" sz="half" idx="15"/>
          </p:nvPr>
        </p:nvSpPr>
        <p:spPr>
          <a:xfrm>
            <a:off x="457200" y="6356350"/>
            <a:ext cx="2133600" cy="365125"/>
          </a:xfrm>
          <a:prstGeom prst="rect">
            <a:avLst/>
          </a:prstGeom>
        </p:spPr>
        <p:txBody>
          <a:bodyPr/>
          <a:lstStyle>
            <a:lvl1pPr fontAlgn="auto">
              <a:spcBef>
                <a:spcPts val="0"/>
              </a:spcBef>
              <a:spcAft>
                <a:spcPts val="0"/>
              </a:spcAft>
              <a:defRPr>
                <a:solidFill>
                  <a:prstClr val="black"/>
                </a:solidFill>
                <a:latin typeface="+mn-lt"/>
                <a:cs typeface="+mn-cs"/>
              </a:defRPr>
            </a:lvl1pPr>
          </a:lstStyle>
          <a:p>
            <a:pPr>
              <a:defRPr/>
            </a:pPr>
            <a:fld id="{14B2CC33-8061-4958-9001-870885E8C784}" type="datetimeFigureOut">
              <a:rPr lang="en-US"/>
              <a:pPr>
                <a:defRPr/>
              </a:pPr>
              <a:t>8/2/20</a:t>
            </a:fld>
            <a:endParaRPr lang="en-US" dirty="0"/>
          </a:p>
        </p:txBody>
      </p:sp>
      <p:sp>
        <p:nvSpPr>
          <p:cNvPr id="9" name="Footer Placeholder 4"/>
          <p:cNvSpPr>
            <a:spLocks noGrp="1"/>
          </p:cNvSpPr>
          <p:nvPr>
            <p:ph type="ftr" sz="quarter" idx="16"/>
          </p:nvPr>
        </p:nvSpPr>
        <p:spPr>
          <a:xfrm>
            <a:off x="3124200" y="6356350"/>
            <a:ext cx="2895600" cy="365125"/>
          </a:xfrm>
          <a:prstGeom prst="rect">
            <a:avLst/>
          </a:prstGeom>
        </p:spPr>
        <p:txBody>
          <a:bodyPr/>
          <a:lstStyle>
            <a:lvl1pPr fontAlgn="auto">
              <a:spcBef>
                <a:spcPts val="0"/>
              </a:spcBef>
              <a:spcAft>
                <a:spcPts val="0"/>
              </a:spcAft>
              <a:defRPr>
                <a:solidFill>
                  <a:prstClr val="black"/>
                </a:solidFill>
                <a:latin typeface="+mn-lt"/>
                <a:cs typeface="+mn-cs"/>
              </a:defRPr>
            </a:lvl1pPr>
          </a:lstStyle>
          <a:p>
            <a:pPr>
              <a:defRPr/>
            </a:pPr>
            <a:endParaRPr lang="en-US" dirty="0"/>
          </a:p>
        </p:txBody>
      </p:sp>
      <p:sp>
        <p:nvSpPr>
          <p:cNvPr id="11" name="Slide Number Placeholder 5"/>
          <p:cNvSpPr>
            <a:spLocks noGrp="1"/>
          </p:cNvSpPr>
          <p:nvPr>
            <p:ph type="sldNum" sz="quarter" idx="17"/>
          </p:nvPr>
        </p:nvSpPr>
        <p:spPr/>
        <p:txBody>
          <a:bodyPr/>
          <a:lstStyle>
            <a:lvl1pPr>
              <a:defRPr/>
            </a:lvl1pPr>
          </a:lstStyle>
          <a:p>
            <a:pPr>
              <a:defRPr/>
            </a:pPr>
            <a:fld id="{74AA4760-8ADC-4065-9B33-873E7F17C001}" type="slidenum">
              <a:rPr lang="en-US"/>
              <a:pPr>
                <a:defRPr/>
              </a:pPr>
              <a:t>‹#›</a:t>
            </a:fld>
            <a:endParaRPr lang="en-US" dirty="0"/>
          </a:p>
        </p:txBody>
      </p:sp>
    </p:spTree>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3_Title and Content">
    <p:spTree>
      <p:nvGrpSpPr>
        <p:cNvPr id="1" name=""/>
        <p:cNvGrpSpPr/>
        <p:nvPr/>
      </p:nvGrpSpPr>
      <p:grpSpPr>
        <a:xfrm>
          <a:off x="0" y="0"/>
          <a:ext cx="0" cy="0"/>
          <a:chOff x="0" y="0"/>
          <a:chExt cx="0" cy="0"/>
        </a:xfrm>
      </p:grpSpPr>
      <p:pic>
        <p:nvPicPr>
          <p:cNvPr id="6" name="Picture 8" descr="background.jpg"/>
          <p:cNvPicPr>
            <a:picLocks noChangeAspect="1"/>
          </p:cNvPicPr>
          <p:nvPr userDrawn="1"/>
        </p:nvPicPr>
        <p:blipFill>
          <a:blip r:embed="rId2" cstate="print"/>
          <a:srcRect/>
          <a:stretch>
            <a:fillRect/>
          </a:stretch>
        </p:blipFill>
        <p:spPr bwMode="auto">
          <a:xfrm>
            <a:off x="0" y="0"/>
            <a:ext cx="9144000" cy="1092200"/>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p:cNvSpPr>
            <a:spLocks noGrp="1"/>
          </p:cNvSpPr>
          <p:nvPr>
            <p:ph sz="quarter" idx="13"/>
          </p:nvPr>
        </p:nvSpPr>
        <p:spPr>
          <a:xfrm>
            <a:off x="6851107" y="1577975"/>
            <a:ext cx="2217737" cy="3644900"/>
          </a:xfrm>
        </p:spPr>
        <p:txBody>
          <a:bodyPr/>
          <a:lstStyle>
            <a:lvl1pPr marL="174625" indent="-174625">
              <a:defRPr>
                <a:solidFill>
                  <a:schemeClr val="bg1"/>
                </a:solidFill>
              </a:defRPr>
            </a:lvl1pPr>
            <a:lvl2pPr marL="400050" indent="-219075">
              <a:defRPr>
                <a:solidFill>
                  <a:schemeClr val="bg1"/>
                </a:solidFill>
              </a:defRPr>
            </a:lvl2pPr>
            <a:lvl3pPr marL="627063" indent="-163513">
              <a:defRPr>
                <a:solidFill>
                  <a:schemeClr val="bg1"/>
                </a:solidFill>
              </a:defRPr>
            </a:lvl3pPr>
            <a:lvl4pPr marL="801688" indent="-180975" defTabSz="852488">
              <a:defRPr>
                <a:solidFill>
                  <a:schemeClr val="bg1"/>
                </a:solidFill>
              </a:defRPr>
            </a:lvl4pPr>
            <a:lvl5pPr marL="914400" indent="-163513">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9"/>
          <p:cNvSpPr>
            <a:spLocks noGrp="1"/>
          </p:cNvSpPr>
          <p:nvPr>
            <p:ph type="body" sz="quarter" idx="14"/>
          </p:nvPr>
        </p:nvSpPr>
        <p:spPr>
          <a:xfrm>
            <a:off x="450850" y="5762103"/>
            <a:ext cx="5911850" cy="939800"/>
          </a:xfrm>
        </p:spPr>
        <p:txBody>
          <a:bodyPr>
            <a:normAutofit/>
          </a:bodyPr>
          <a:lstStyle>
            <a:lvl1pPr>
              <a:defRPr sz="2000"/>
            </a:lvl1pPr>
            <a:lvl2pPr>
              <a:defRPr sz="1800"/>
            </a:lvl2pPr>
          </a:lstStyle>
          <a:p>
            <a:pPr lvl="0"/>
            <a:r>
              <a:rPr lang="en-US" dirty="0"/>
              <a:t>Click to edit Master text styles</a:t>
            </a:r>
          </a:p>
          <a:p>
            <a:pPr lvl="1"/>
            <a:r>
              <a:rPr lang="en-US" dirty="0"/>
              <a:t>Second level</a:t>
            </a:r>
          </a:p>
        </p:txBody>
      </p:sp>
      <p:sp>
        <p:nvSpPr>
          <p:cNvPr id="7" name="Date Placeholder 3"/>
          <p:cNvSpPr>
            <a:spLocks noGrp="1"/>
          </p:cNvSpPr>
          <p:nvPr>
            <p:ph type="dt" sz="half" idx="15"/>
          </p:nvPr>
        </p:nvSpPr>
        <p:spPr>
          <a:xfrm>
            <a:off x="457200" y="6356350"/>
            <a:ext cx="2133600" cy="365125"/>
          </a:xfrm>
          <a:prstGeom prst="rect">
            <a:avLst/>
          </a:prstGeom>
        </p:spPr>
        <p:txBody>
          <a:bodyPr/>
          <a:lstStyle>
            <a:lvl1pPr fontAlgn="auto">
              <a:spcBef>
                <a:spcPts val="0"/>
              </a:spcBef>
              <a:spcAft>
                <a:spcPts val="0"/>
              </a:spcAft>
              <a:defRPr>
                <a:solidFill>
                  <a:prstClr val="black"/>
                </a:solidFill>
                <a:latin typeface="+mn-lt"/>
                <a:cs typeface="+mn-cs"/>
              </a:defRPr>
            </a:lvl1pPr>
          </a:lstStyle>
          <a:p>
            <a:pPr>
              <a:defRPr/>
            </a:pPr>
            <a:fld id="{14B2CC33-8061-4958-9001-870885E8C784}" type="datetimeFigureOut">
              <a:rPr lang="en-US"/>
              <a:pPr>
                <a:defRPr/>
              </a:pPr>
              <a:t>8/2/20</a:t>
            </a:fld>
            <a:endParaRPr lang="en-US" dirty="0"/>
          </a:p>
        </p:txBody>
      </p:sp>
      <p:sp>
        <p:nvSpPr>
          <p:cNvPr id="9" name="Footer Placeholder 4"/>
          <p:cNvSpPr>
            <a:spLocks noGrp="1"/>
          </p:cNvSpPr>
          <p:nvPr>
            <p:ph type="ftr" sz="quarter" idx="16"/>
          </p:nvPr>
        </p:nvSpPr>
        <p:spPr>
          <a:xfrm>
            <a:off x="3124200" y="6356350"/>
            <a:ext cx="2895600" cy="365125"/>
          </a:xfrm>
          <a:prstGeom prst="rect">
            <a:avLst/>
          </a:prstGeom>
        </p:spPr>
        <p:txBody>
          <a:bodyPr/>
          <a:lstStyle>
            <a:lvl1pPr fontAlgn="auto">
              <a:spcBef>
                <a:spcPts val="0"/>
              </a:spcBef>
              <a:spcAft>
                <a:spcPts val="0"/>
              </a:spcAft>
              <a:defRPr>
                <a:solidFill>
                  <a:prstClr val="black"/>
                </a:solidFill>
                <a:latin typeface="+mn-lt"/>
                <a:cs typeface="+mn-cs"/>
              </a:defRPr>
            </a:lvl1pPr>
          </a:lstStyle>
          <a:p>
            <a:pPr>
              <a:defRPr/>
            </a:pPr>
            <a:endParaRPr lang="en-US" dirty="0"/>
          </a:p>
        </p:txBody>
      </p:sp>
      <p:sp>
        <p:nvSpPr>
          <p:cNvPr id="11" name="Slide Number Placeholder 5"/>
          <p:cNvSpPr>
            <a:spLocks noGrp="1"/>
          </p:cNvSpPr>
          <p:nvPr>
            <p:ph type="sldNum" sz="quarter" idx="17"/>
          </p:nvPr>
        </p:nvSpPr>
        <p:spPr/>
        <p:txBody>
          <a:bodyPr/>
          <a:lstStyle>
            <a:lvl1pPr>
              <a:defRPr/>
            </a:lvl1pPr>
          </a:lstStyle>
          <a:p>
            <a:pPr>
              <a:defRPr/>
            </a:pPr>
            <a:fld id="{74AA4760-8ADC-4065-9B33-873E7F17C001}" type="slidenum">
              <a:rPr lang="en-US"/>
              <a:pPr>
                <a:defRPr/>
              </a:pPr>
              <a:t>‹#›</a:t>
            </a:fld>
            <a:endParaRPr lang="en-US" dirty="0"/>
          </a:p>
        </p:txBody>
      </p:sp>
    </p:spTree>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4_Title and Content">
    <p:spTree>
      <p:nvGrpSpPr>
        <p:cNvPr id="1" name=""/>
        <p:cNvGrpSpPr/>
        <p:nvPr/>
      </p:nvGrpSpPr>
      <p:grpSpPr>
        <a:xfrm>
          <a:off x="0" y="0"/>
          <a:ext cx="0" cy="0"/>
          <a:chOff x="0" y="0"/>
          <a:chExt cx="0" cy="0"/>
        </a:xfrm>
      </p:grpSpPr>
      <p:pic>
        <p:nvPicPr>
          <p:cNvPr id="6" name="Picture 8" descr="background.jpg"/>
          <p:cNvPicPr>
            <a:picLocks noChangeAspect="1"/>
          </p:cNvPicPr>
          <p:nvPr userDrawn="1"/>
        </p:nvPicPr>
        <p:blipFill>
          <a:blip r:embed="rId2" cstate="print"/>
          <a:srcRect/>
          <a:stretch>
            <a:fillRect/>
          </a:stretch>
        </p:blipFill>
        <p:spPr bwMode="auto">
          <a:xfrm>
            <a:off x="0" y="0"/>
            <a:ext cx="9144000" cy="1092200"/>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p:cNvSpPr>
            <a:spLocks noGrp="1"/>
          </p:cNvSpPr>
          <p:nvPr>
            <p:ph sz="quarter" idx="13"/>
          </p:nvPr>
        </p:nvSpPr>
        <p:spPr>
          <a:xfrm>
            <a:off x="6851107" y="1577975"/>
            <a:ext cx="2217737" cy="3644900"/>
          </a:xfrm>
        </p:spPr>
        <p:txBody>
          <a:bodyPr/>
          <a:lstStyle>
            <a:lvl1pPr marL="174625" indent="-174625">
              <a:defRPr>
                <a:solidFill>
                  <a:schemeClr val="bg1"/>
                </a:solidFill>
              </a:defRPr>
            </a:lvl1pPr>
            <a:lvl2pPr marL="400050" indent="-219075">
              <a:defRPr>
                <a:solidFill>
                  <a:schemeClr val="bg1"/>
                </a:solidFill>
              </a:defRPr>
            </a:lvl2pPr>
            <a:lvl3pPr marL="627063" indent="-163513">
              <a:defRPr>
                <a:solidFill>
                  <a:schemeClr val="bg1"/>
                </a:solidFill>
              </a:defRPr>
            </a:lvl3pPr>
            <a:lvl4pPr marL="801688" indent="-180975" defTabSz="852488">
              <a:defRPr>
                <a:solidFill>
                  <a:schemeClr val="bg1"/>
                </a:solidFill>
              </a:defRPr>
            </a:lvl4pPr>
            <a:lvl5pPr marL="914400" indent="-163513">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9"/>
          <p:cNvSpPr>
            <a:spLocks noGrp="1"/>
          </p:cNvSpPr>
          <p:nvPr>
            <p:ph type="body" sz="quarter" idx="14"/>
          </p:nvPr>
        </p:nvSpPr>
        <p:spPr>
          <a:xfrm>
            <a:off x="450850" y="5762103"/>
            <a:ext cx="5911850" cy="939800"/>
          </a:xfrm>
        </p:spPr>
        <p:txBody>
          <a:bodyPr>
            <a:normAutofit/>
          </a:bodyPr>
          <a:lstStyle>
            <a:lvl1pPr>
              <a:defRPr sz="2000"/>
            </a:lvl1pPr>
            <a:lvl2pPr>
              <a:defRPr sz="1800"/>
            </a:lvl2pPr>
          </a:lstStyle>
          <a:p>
            <a:pPr lvl="0"/>
            <a:r>
              <a:rPr lang="en-US" dirty="0"/>
              <a:t>Click to edit Master text styles</a:t>
            </a:r>
          </a:p>
          <a:p>
            <a:pPr lvl="1"/>
            <a:r>
              <a:rPr lang="en-US" dirty="0"/>
              <a:t>Second level</a:t>
            </a:r>
          </a:p>
        </p:txBody>
      </p:sp>
      <p:sp>
        <p:nvSpPr>
          <p:cNvPr id="7" name="Date Placeholder 3"/>
          <p:cNvSpPr>
            <a:spLocks noGrp="1"/>
          </p:cNvSpPr>
          <p:nvPr>
            <p:ph type="dt" sz="half" idx="15"/>
          </p:nvPr>
        </p:nvSpPr>
        <p:spPr>
          <a:xfrm>
            <a:off x="457200" y="6356350"/>
            <a:ext cx="2133600" cy="365125"/>
          </a:xfrm>
          <a:prstGeom prst="rect">
            <a:avLst/>
          </a:prstGeom>
        </p:spPr>
        <p:txBody>
          <a:bodyPr/>
          <a:lstStyle>
            <a:lvl1pPr fontAlgn="auto">
              <a:spcBef>
                <a:spcPts val="0"/>
              </a:spcBef>
              <a:spcAft>
                <a:spcPts val="0"/>
              </a:spcAft>
              <a:defRPr>
                <a:solidFill>
                  <a:prstClr val="black"/>
                </a:solidFill>
                <a:latin typeface="+mn-lt"/>
                <a:cs typeface="+mn-cs"/>
              </a:defRPr>
            </a:lvl1pPr>
          </a:lstStyle>
          <a:p>
            <a:pPr>
              <a:defRPr/>
            </a:pPr>
            <a:fld id="{14B2CC33-8061-4958-9001-870885E8C784}" type="datetimeFigureOut">
              <a:rPr lang="en-US"/>
              <a:pPr>
                <a:defRPr/>
              </a:pPr>
              <a:t>8/2/20</a:t>
            </a:fld>
            <a:endParaRPr lang="en-US" dirty="0"/>
          </a:p>
        </p:txBody>
      </p:sp>
      <p:sp>
        <p:nvSpPr>
          <p:cNvPr id="9" name="Footer Placeholder 4"/>
          <p:cNvSpPr>
            <a:spLocks noGrp="1"/>
          </p:cNvSpPr>
          <p:nvPr>
            <p:ph type="ftr" sz="quarter" idx="16"/>
          </p:nvPr>
        </p:nvSpPr>
        <p:spPr>
          <a:xfrm>
            <a:off x="3124200" y="6356350"/>
            <a:ext cx="2895600" cy="365125"/>
          </a:xfrm>
          <a:prstGeom prst="rect">
            <a:avLst/>
          </a:prstGeom>
        </p:spPr>
        <p:txBody>
          <a:bodyPr/>
          <a:lstStyle>
            <a:lvl1pPr fontAlgn="auto">
              <a:spcBef>
                <a:spcPts val="0"/>
              </a:spcBef>
              <a:spcAft>
                <a:spcPts val="0"/>
              </a:spcAft>
              <a:defRPr>
                <a:solidFill>
                  <a:prstClr val="black"/>
                </a:solidFill>
                <a:latin typeface="+mn-lt"/>
                <a:cs typeface="+mn-cs"/>
              </a:defRPr>
            </a:lvl1pPr>
          </a:lstStyle>
          <a:p>
            <a:pPr>
              <a:defRPr/>
            </a:pPr>
            <a:endParaRPr lang="en-US" dirty="0"/>
          </a:p>
        </p:txBody>
      </p:sp>
      <p:sp>
        <p:nvSpPr>
          <p:cNvPr id="11" name="Slide Number Placeholder 5"/>
          <p:cNvSpPr>
            <a:spLocks noGrp="1"/>
          </p:cNvSpPr>
          <p:nvPr>
            <p:ph type="sldNum" sz="quarter" idx="17"/>
          </p:nvPr>
        </p:nvSpPr>
        <p:spPr/>
        <p:txBody>
          <a:bodyPr/>
          <a:lstStyle>
            <a:lvl1pPr>
              <a:defRPr/>
            </a:lvl1pPr>
          </a:lstStyle>
          <a:p>
            <a:pPr>
              <a:defRPr/>
            </a:pPr>
            <a:fld id="{74AA4760-8ADC-4065-9B33-873E7F17C001}" type="slidenum">
              <a:rPr lang="en-US"/>
              <a:pPr>
                <a:defRPr/>
              </a:pPr>
              <a:t>‹#›</a:t>
            </a:fld>
            <a:endParaRPr lang="en-US" dirty="0"/>
          </a:p>
        </p:txBody>
      </p:sp>
    </p:spTree>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5_Title and Content">
    <p:spTree>
      <p:nvGrpSpPr>
        <p:cNvPr id="1" name=""/>
        <p:cNvGrpSpPr/>
        <p:nvPr/>
      </p:nvGrpSpPr>
      <p:grpSpPr>
        <a:xfrm>
          <a:off x="0" y="0"/>
          <a:ext cx="0" cy="0"/>
          <a:chOff x="0" y="0"/>
          <a:chExt cx="0" cy="0"/>
        </a:xfrm>
      </p:grpSpPr>
      <p:pic>
        <p:nvPicPr>
          <p:cNvPr id="6" name="Picture 8" descr="background.jpg"/>
          <p:cNvPicPr>
            <a:picLocks noChangeAspect="1"/>
          </p:cNvPicPr>
          <p:nvPr userDrawn="1"/>
        </p:nvPicPr>
        <p:blipFill>
          <a:blip r:embed="rId2" cstate="print"/>
          <a:srcRect/>
          <a:stretch>
            <a:fillRect/>
          </a:stretch>
        </p:blipFill>
        <p:spPr bwMode="auto">
          <a:xfrm>
            <a:off x="0" y="0"/>
            <a:ext cx="9144000" cy="1092200"/>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p:cNvSpPr>
            <a:spLocks noGrp="1"/>
          </p:cNvSpPr>
          <p:nvPr>
            <p:ph sz="quarter" idx="13"/>
          </p:nvPr>
        </p:nvSpPr>
        <p:spPr>
          <a:xfrm>
            <a:off x="6851107" y="1577975"/>
            <a:ext cx="2217737" cy="3644900"/>
          </a:xfrm>
        </p:spPr>
        <p:txBody>
          <a:bodyPr/>
          <a:lstStyle>
            <a:lvl1pPr marL="174625" indent="-174625">
              <a:defRPr>
                <a:solidFill>
                  <a:schemeClr val="bg1"/>
                </a:solidFill>
              </a:defRPr>
            </a:lvl1pPr>
            <a:lvl2pPr marL="400050" indent="-219075">
              <a:defRPr>
                <a:solidFill>
                  <a:schemeClr val="bg1"/>
                </a:solidFill>
              </a:defRPr>
            </a:lvl2pPr>
            <a:lvl3pPr marL="627063" indent="-163513">
              <a:defRPr>
                <a:solidFill>
                  <a:schemeClr val="bg1"/>
                </a:solidFill>
              </a:defRPr>
            </a:lvl3pPr>
            <a:lvl4pPr marL="801688" indent="-180975" defTabSz="852488">
              <a:defRPr>
                <a:solidFill>
                  <a:schemeClr val="bg1"/>
                </a:solidFill>
              </a:defRPr>
            </a:lvl4pPr>
            <a:lvl5pPr marL="914400" indent="-163513">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9"/>
          <p:cNvSpPr>
            <a:spLocks noGrp="1"/>
          </p:cNvSpPr>
          <p:nvPr>
            <p:ph type="body" sz="quarter" idx="14"/>
          </p:nvPr>
        </p:nvSpPr>
        <p:spPr>
          <a:xfrm>
            <a:off x="450850" y="5762103"/>
            <a:ext cx="5911850" cy="939800"/>
          </a:xfrm>
        </p:spPr>
        <p:txBody>
          <a:bodyPr>
            <a:normAutofit/>
          </a:bodyPr>
          <a:lstStyle>
            <a:lvl1pPr>
              <a:defRPr sz="2000"/>
            </a:lvl1pPr>
            <a:lvl2pPr>
              <a:defRPr sz="1800"/>
            </a:lvl2pPr>
          </a:lstStyle>
          <a:p>
            <a:pPr lvl="0"/>
            <a:r>
              <a:rPr lang="en-US" dirty="0"/>
              <a:t>Click to edit Master text styles</a:t>
            </a:r>
          </a:p>
          <a:p>
            <a:pPr lvl="1"/>
            <a:r>
              <a:rPr lang="en-US" dirty="0"/>
              <a:t>Second level</a:t>
            </a:r>
          </a:p>
        </p:txBody>
      </p:sp>
      <p:sp>
        <p:nvSpPr>
          <p:cNvPr id="7" name="Date Placeholder 3"/>
          <p:cNvSpPr>
            <a:spLocks noGrp="1"/>
          </p:cNvSpPr>
          <p:nvPr>
            <p:ph type="dt" sz="half" idx="15"/>
          </p:nvPr>
        </p:nvSpPr>
        <p:spPr>
          <a:xfrm>
            <a:off x="457200" y="6356350"/>
            <a:ext cx="2133600" cy="365125"/>
          </a:xfrm>
          <a:prstGeom prst="rect">
            <a:avLst/>
          </a:prstGeom>
        </p:spPr>
        <p:txBody>
          <a:bodyPr/>
          <a:lstStyle>
            <a:lvl1pPr fontAlgn="auto">
              <a:spcBef>
                <a:spcPts val="0"/>
              </a:spcBef>
              <a:spcAft>
                <a:spcPts val="0"/>
              </a:spcAft>
              <a:defRPr>
                <a:solidFill>
                  <a:prstClr val="black"/>
                </a:solidFill>
                <a:latin typeface="+mn-lt"/>
                <a:cs typeface="+mn-cs"/>
              </a:defRPr>
            </a:lvl1pPr>
          </a:lstStyle>
          <a:p>
            <a:pPr>
              <a:defRPr/>
            </a:pPr>
            <a:fld id="{14B2CC33-8061-4958-9001-870885E8C784}" type="datetimeFigureOut">
              <a:rPr lang="en-US"/>
              <a:pPr>
                <a:defRPr/>
              </a:pPr>
              <a:t>8/2/20</a:t>
            </a:fld>
            <a:endParaRPr lang="en-US" dirty="0"/>
          </a:p>
        </p:txBody>
      </p:sp>
      <p:sp>
        <p:nvSpPr>
          <p:cNvPr id="9" name="Footer Placeholder 4"/>
          <p:cNvSpPr>
            <a:spLocks noGrp="1"/>
          </p:cNvSpPr>
          <p:nvPr>
            <p:ph type="ftr" sz="quarter" idx="16"/>
          </p:nvPr>
        </p:nvSpPr>
        <p:spPr>
          <a:xfrm>
            <a:off x="3124200" y="6356350"/>
            <a:ext cx="2895600" cy="365125"/>
          </a:xfrm>
          <a:prstGeom prst="rect">
            <a:avLst/>
          </a:prstGeom>
        </p:spPr>
        <p:txBody>
          <a:bodyPr/>
          <a:lstStyle>
            <a:lvl1pPr fontAlgn="auto">
              <a:spcBef>
                <a:spcPts val="0"/>
              </a:spcBef>
              <a:spcAft>
                <a:spcPts val="0"/>
              </a:spcAft>
              <a:defRPr>
                <a:solidFill>
                  <a:prstClr val="black"/>
                </a:solidFill>
                <a:latin typeface="+mn-lt"/>
                <a:cs typeface="+mn-cs"/>
              </a:defRPr>
            </a:lvl1pPr>
          </a:lstStyle>
          <a:p>
            <a:pPr>
              <a:defRPr/>
            </a:pPr>
            <a:endParaRPr lang="en-US" dirty="0"/>
          </a:p>
        </p:txBody>
      </p:sp>
      <p:sp>
        <p:nvSpPr>
          <p:cNvPr id="11" name="Slide Number Placeholder 5"/>
          <p:cNvSpPr>
            <a:spLocks noGrp="1"/>
          </p:cNvSpPr>
          <p:nvPr>
            <p:ph type="sldNum" sz="quarter" idx="17"/>
          </p:nvPr>
        </p:nvSpPr>
        <p:spPr/>
        <p:txBody>
          <a:bodyPr/>
          <a:lstStyle>
            <a:lvl1pPr>
              <a:defRPr/>
            </a:lvl1pPr>
          </a:lstStyle>
          <a:p>
            <a:pPr>
              <a:defRPr/>
            </a:pPr>
            <a:fld id="{74AA4760-8ADC-4065-9B33-873E7F17C001}" type="slidenum">
              <a:rPr lang="en-US"/>
              <a:pPr>
                <a:defRPr/>
              </a:pPr>
              <a:t>‹#›</a:t>
            </a:fld>
            <a:endParaRPr lang="en-US" dirty="0"/>
          </a:p>
        </p:txBody>
      </p:sp>
    </p:spTree>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6_Title and Content">
    <p:spTree>
      <p:nvGrpSpPr>
        <p:cNvPr id="1" name=""/>
        <p:cNvGrpSpPr/>
        <p:nvPr/>
      </p:nvGrpSpPr>
      <p:grpSpPr>
        <a:xfrm>
          <a:off x="0" y="0"/>
          <a:ext cx="0" cy="0"/>
          <a:chOff x="0" y="0"/>
          <a:chExt cx="0" cy="0"/>
        </a:xfrm>
      </p:grpSpPr>
      <p:pic>
        <p:nvPicPr>
          <p:cNvPr id="6" name="Picture 8" descr="background.jpg"/>
          <p:cNvPicPr>
            <a:picLocks noChangeAspect="1"/>
          </p:cNvPicPr>
          <p:nvPr userDrawn="1"/>
        </p:nvPicPr>
        <p:blipFill>
          <a:blip r:embed="rId2" cstate="print"/>
          <a:srcRect/>
          <a:stretch>
            <a:fillRect/>
          </a:stretch>
        </p:blipFill>
        <p:spPr bwMode="auto">
          <a:xfrm>
            <a:off x="0" y="0"/>
            <a:ext cx="9144000" cy="1092200"/>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p:cNvSpPr>
            <a:spLocks noGrp="1"/>
          </p:cNvSpPr>
          <p:nvPr>
            <p:ph sz="quarter" idx="13"/>
          </p:nvPr>
        </p:nvSpPr>
        <p:spPr>
          <a:xfrm>
            <a:off x="6851107" y="1577975"/>
            <a:ext cx="2217737" cy="3644900"/>
          </a:xfrm>
        </p:spPr>
        <p:txBody>
          <a:bodyPr/>
          <a:lstStyle>
            <a:lvl1pPr marL="174625" indent="-174625">
              <a:defRPr>
                <a:solidFill>
                  <a:schemeClr val="bg1"/>
                </a:solidFill>
              </a:defRPr>
            </a:lvl1pPr>
            <a:lvl2pPr marL="400050" indent="-219075">
              <a:defRPr>
                <a:solidFill>
                  <a:schemeClr val="bg1"/>
                </a:solidFill>
              </a:defRPr>
            </a:lvl2pPr>
            <a:lvl3pPr marL="627063" indent="-163513">
              <a:defRPr>
                <a:solidFill>
                  <a:schemeClr val="bg1"/>
                </a:solidFill>
              </a:defRPr>
            </a:lvl3pPr>
            <a:lvl4pPr marL="801688" indent="-180975" defTabSz="852488">
              <a:defRPr>
                <a:solidFill>
                  <a:schemeClr val="bg1"/>
                </a:solidFill>
              </a:defRPr>
            </a:lvl4pPr>
            <a:lvl5pPr marL="914400" indent="-163513">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9"/>
          <p:cNvSpPr>
            <a:spLocks noGrp="1"/>
          </p:cNvSpPr>
          <p:nvPr>
            <p:ph type="body" sz="quarter" idx="14"/>
          </p:nvPr>
        </p:nvSpPr>
        <p:spPr>
          <a:xfrm>
            <a:off x="450850" y="5762103"/>
            <a:ext cx="5911850" cy="939800"/>
          </a:xfrm>
        </p:spPr>
        <p:txBody>
          <a:bodyPr>
            <a:normAutofit/>
          </a:bodyPr>
          <a:lstStyle>
            <a:lvl1pPr>
              <a:defRPr sz="2000"/>
            </a:lvl1pPr>
            <a:lvl2pPr>
              <a:defRPr sz="1800"/>
            </a:lvl2pPr>
          </a:lstStyle>
          <a:p>
            <a:pPr lvl="0"/>
            <a:r>
              <a:rPr lang="en-US" dirty="0"/>
              <a:t>Click to edit Master text styles</a:t>
            </a:r>
          </a:p>
          <a:p>
            <a:pPr lvl="1"/>
            <a:r>
              <a:rPr lang="en-US" dirty="0"/>
              <a:t>Second level</a:t>
            </a:r>
          </a:p>
        </p:txBody>
      </p:sp>
      <p:sp>
        <p:nvSpPr>
          <p:cNvPr id="7" name="Date Placeholder 3"/>
          <p:cNvSpPr>
            <a:spLocks noGrp="1"/>
          </p:cNvSpPr>
          <p:nvPr>
            <p:ph type="dt" sz="half" idx="15"/>
          </p:nvPr>
        </p:nvSpPr>
        <p:spPr>
          <a:xfrm>
            <a:off x="457200" y="6356350"/>
            <a:ext cx="2133600" cy="365125"/>
          </a:xfrm>
          <a:prstGeom prst="rect">
            <a:avLst/>
          </a:prstGeom>
        </p:spPr>
        <p:txBody>
          <a:bodyPr/>
          <a:lstStyle>
            <a:lvl1pPr fontAlgn="auto">
              <a:spcBef>
                <a:spcPts val="0"/>
              </a:spcBef>
              <a:spcAft>
                <a:spcPts val="0"/>
              </a:spcAft>
              <a:defRPr>
                <a:solidFill>
                  <a:prstClr val="black"/>
                </a:solidFill>
                <a:latin typeface="+mn-lt"/>
                <a:cs typeface="+mn-cs"/>
              </a:defRPr>
            </a:lvl1pPr>
          </a:lstStyle>
          <a:p>
            <a:pPr>
              <a:defRPr/>
            </a:pPr>
            <a:fld id="{14B2CC33-8061-4958-9001-870885E8C784}" type="datetimeFigureOut">
              <a:rPr lang="en-US"/>
              <a:pPr>
                <a:defRPr/>
              </a:pPr>
              <a:t>8/2/20</a:t>
            </a:fld>
            <a:endParaRPr lang="en-US" dirty="0"/>
          </a:p>
        </p:txBody>
      </p:sp>
      <p:sp>
        <p:nvSpPr>
          <p:cNvPr id="9" name="Footer Placeholder 4"/>
          <p:cNvSpPr>
            <a:spLocks noGrp="1"/>
          </p:cNvSpPr>
          <p:nvPr>
            <p:ph type="ftr" sz="quarter" idx="16"/>
          </p:nvPr>
        </p:nvSpPr>
        <p:spPr>
          <a:xfrm>
            <a:off x="3124200" y="6356350"/>
            <a:ext cx="2895600" cy="365125"/>
          </a:xfrm>
          <a:prstGeom prst="rect">
            <a:avLst/>
          </a:prstGeom>
        </p:spPr>
        <p:txBody>
          <a:bodyPr/>
          <a:lstStyle>
            <a:lvl1pPr fontAlgn="auto">
              <a:spcBef>
                <a:spcPts val="0"/>
              </a:spcBef>
              <a:spcAft>
                <a:spcPts val="0"/>
              </a:spcAft>
              <a:defRPr>
                <a:solidFill>
                  <a:prstClr val="black"/>
                </a:solidFill>
                <a:latin typeface="+mn-lt"/>
                <a:cs typeface="+mn-cs"/>
              </a:defRPr>
            </a:lvl1pPr>
          </a:lstStyle>
          <a:p>
            <a:pPr>
              <a:defRPr/>
            </a:pPr>
            <a:endParaRPr lang="en-US" dirty="0"/>
          </a:p>
        </p:txBody>
      </p:sp>
      <p:sp>
        <p:nvSpPr>
          <p:cNvPr id="11" name="Slide Number Placeholder 5"/>
          <p:cNvSpPr>
            <a:spLocks noGrp="1"/>
          </p:cNvSpPr>
          <p:nvPr>
            <p:ph type="sldNum" sz="quarter" idx="17"/>
          </p:nvPr>
        </p:nvSpPr>
        <p:spPr/>
        <p:txBody>
          <a:bodyPr/>
          <a:lstStyle>
            <a:lvl1pPr>
              <a:defRPr/>
            </a:lvl1pPr>
          </a:lstStyle>
          <a:p>
            <a:pPr>
              <a:defRPr/>
            </a:pPr>
            <a:fld id="{74AA4760-8ADC-4065-9B33-873E7F17C001}" type="slidenum">
              <a:rPr lang="en-US"/>
              <a:pPr>
                <a:defRPr/>
              </a:pPr>
              <a:t>‹#›</a:t>
            </a:fld>
            <a:endParaRPr lang="en-US" dirty="0"/>
          </a:p>
        </p:txBody>
      </p:sp>
    </p:spTree>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7_Title and Content">
    <p:spTree>
      <p:nvGrpSpPr>
        <p:cNvPr id="1" name=""/>
        <p:cNvGrpSpPr/>
        <p:nvPr/>
      </p:nvGrpSpPr>
      <p:grpSpPr>
        <a:xfrm>
          <a:off x="0" y="0"/>
          <a:ext cx="0" cy="0"/>
          <a:chOff x="0" y="0"/>
          <a:chExt cx="0" cy="0"/>
        </a:xfrm>
      </p:grpSpPr>
      <p:pic>
        <p:nvPicPr>
          <p:cNvPr id="6" name="Picture 8" descr="background.jpg"/>
          <p:cNvPicPr>
            <a:picLocks noChangeAspect="1"/>
          </p:cNvPicPr>
          <p:nvPr userDrawn="1"/>
        </p:nvPicPr>
        <p:blipFill>
          <a:blip r:embed="rId2" cstate="print"/>
          <a:srcRect/>
          <a:stretch>
            <a:fillRect/>
          </a:stretch>
        </p:blipFill>
        <p:spPr bwMode="auto">
          <a:xfrm>
            <a:off x="0" y="0"/>
            <a:ext cx="9144000" cy="1092200"/>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p:cNvSpPr>
            <a:spLocks noGrp="1"/>
          </p:cNvSpPr>
          <p:nvPr>
            <p:ph sz="quarter" idx="13"/>
          </p:nvPr>
        </p:nvSpPr>
        <p:spPr>
          <a:xfrm>
            <a:off x="6851107" y="1577975"/>
            <a:ext cx="2217737" cy="3644900"/>
          </a:xfrm>
        </p:spPr>
        <p:txBody>
          <a:bodyPr/>
          <a:lstStyle>
            <a:lvl1pPr marL="174625" indent="-174625">
              <a:defRPr>
                <a:solidFill>
                  <a:schemeClr val="bg1"/>
                </a:solidFill>
              </a:defRPr>
            </a:lvl1pPr>
            <a:lvl2pPr marL="400050" indent="-219075">
              <a:defRPr>
                <a:solidFill>
                  <a:schemeClr val="bg1"/>
                </a:solidFill>
              </a:defRPr>
            </a:lvl2pPr>
            <a:lvl3pPr marL="627063" indent="-163513">
              <a:defRPr>
                <a:solidFill>
                  <a:schemeClr val="bg1"/>
                </a:solidFill>
              </a:defRPr>
            </a:lvl3pPr>
            <a:lvl4pPr marL="801688" indent="-180975" defTabSz="852488">
              <a:defRPr>
                <a:solidFill>
                  <a:schemeClr val="bg1"/>
                </a:solidFill>
              </a:defRPr>
            </a:lvl4pPr>
            <a:lvl5pPr marL="914400" indent="-163513">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9"/>
          <p:cNvSpPr>
            <a:spLocks noGrp="1"/>
          </p:cNvSpPr>
          <p:nvPr>
            <p:ph type="body" sz="quarter" idx="14"/>
          </p:nvPr>
        </p:nvSpPr>
        <p:spPr>
          <a:xfrm>
            <a:off x="450850" y="5762103"/>
            <a:ext cx="5911850" cy="939800"/>
          </a:xfrm>
        </p:spPr>
        <p:txBody>
          <a:bodyPr>
            <a:normAutofit/>
          </a:bodyPr>
          <a:lstStyle>
            <a:lvl1pPr>
              <a:defRPr sz="2000"/>
            </a:lvl1pPr>
            <a:lvl2pPr>
              <a:defRPr sz="1800"/>
            </a:lvl2pPr>
          </a:lstStyle>
          <a:p>
            <a:pPr lvl="0"/>
            <a:r>
              <a:rPr lang="en-US" dirty="0"/>
              <a:t>Click to edit Master text styles</a:t>
            </a:r>
          </a:p>
          <a:p>
            <a:pPr lvl="1"/>
            <a:r>
              <a:rPr lang="en-US" dirty="0"/>
              <a:t>Second level</a:t>
            </a:r>
          </a:p>
        </p:txBody>
      </p:sp>
      <p:sp>
        <p:nvSpPr>
          <p:cNvPr id="7" name="Date Placeholder 3"/>
          <p:cNvSpPr>
            <a:spLocks noGrp="1"/>
          </p:cNvSpPr>
          <p:nvPr>
            <p:ph type="dt" sz="half" idx="15"/>
          </p:nvPr>
        </p:nvSpPr>
        <p:spPr>
          <a:xfrm>
            <a:off x="457200" y="6356350"/>
            <a:ext cx="2133600" cy="365125"/>
          </a:xfrm>
          <a:prstGeom prst="rect">
            <a:avLst/>
          </a:prstGeom>
        </p:spPr>
        <p:txBody>
          <a:bodyPr/>
          <a:lstStyle>
            <a:lvl1pPr fontAlgn="auto">
              <a:spcBef>
                <a:spcPts val="0"/>
              </a:spcBef>
              <a:spcAft>
                <a:spcPts val="0"/>
              </a:spcAft>
              <a:defRPr>
                <a:solidFill>
                  <a:prstClr val="black"/>
                </a:solidFill>
                <a:latin typeface="+mn-lt"/>
                <a:cs typeface="+mn-cs"/>
              </a:defRPr>
            </a:lvl1pPr>
          </a:lstStyle>
          <a:p>
            <a:pPr>
              <a:defRPr/>
            </a:pPr>
            <a:fld id="{14B2CC33-8061-4958-9001-870885E8C784}" type="datetimeFigureOut">
              <a:rPr lang="en-US"/>
              <a:pPr>
                <a:defRPr/>
              </a:pPr>
              <a:t>8/2/20</a:t>
            </a:fld>
            <a:endParaRPr lang="en-US" dirty="0"/>
          </a:p>
        </p:txBody>
      </p:sp>
      <p:sp>
        <p:nvSpPr>
          <p:cNvPr id="9" name="Footer Placeholder 4"/>
          <p:cNvSpPr>
            <a:spLocks noGrp="1"/>
          </p:cNvSpPr>
          <p:nvPr>
            <p:ph type="ftr" sz="quarter" idx="16"/>
          </p:nvPr>
        </p:nvSpPr>
        <p:spPr>
          <a:xfrm>
            <a:off x="3124200" y="6356350"/>
            <a:ext cx="2895600" cy="365125"/>
          </a:xfrm>
          <a:prstGeom prst="rect">
            <a:avLst/>
          </a:prstGeom>
        </p:spPr>
        <p:txBody>
          <a:bodyPr/>
          <a:lstStyle>
            <a:lvl1pPr fontAlgn="auto">
              <a:spcBef>
                <a:spcPts val="0"/>
              </a:spcBef>
              <a:spcAft>
                <a:spcPts val="0"/>
              </a:spcAft>
              <a:defRPr>
                <a:solidFill>
                  <a:prstClr val="black"/>
                </a:solidFill>
                <a:latin typeface="+mn-lt"/>
                <a:cs typeface="+mn-cs"/>
              </a:defRPr>
            </a:lvl1pPr>
          </a:lstStyle>
          <a:p>
            <a:pPr>
              <a:defRPr/>
            </a:pPr>
            <a:endParaRPr lang="en-US" dirty="0"/>
          </a:p>
        </p:txBody>
      </p:sp>
      <p:sp>
        <p:nvSpPr>
          <p:cNvPr id="11" name="Slide Number Placeholder 5"/>
          <p:cNvSpPr>
            <a:spLocks noGrp="1"/>
          </p:cNvSpPr>
          <p:nvPr>
            <p:ph type="sldNum" sz="quarter" idx="17"/>
          </p:nvPr>
        </p:nvSpPr>
        <p:spPr/>
        <p:txBody>
          <a:bodyPr/>
          <a:lstStyle>
            <a:lvl1pPr>
              <a:defRPr/>
            </a:lvl1pPr>
          </a:lstStyle>
          <a:p>
            <a:pPr>
              <a:defRPr/>
            </a:pPr>
            <a:fld id="{74AA4760-8ADC-4065-9B33-873E7F17C001}" type="slidenum">
              <a:rPr lang="en-US"/>
              <a:pPr>
                <a:defRPr/>
              </a:pPr>
              <a:t>‹#›</a:t>
            </a:fld>
            <a:endParaRPr lang="en-US" dirty="0"/>
          </a:p>
        </p:txBody>
      </p:sp>
    </p:spTree>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8_Title and Content">
    <p:spTree>
      <p:nvGrpSpPr>
        <p:cNvPr id="1" name=""/>
        <p:cNvGrpSpPr/>
        <p:nvPr/>
      </p:nvGrpSpPr>
      <p:grpSpPr>
        <a:xfrm>
          <a:off x="0" y="0"/>
          <a:ext cx="0" cy="0"/>
          <a:chOff x="0" y="0"/>
          <a:chExt cx="0" cy="0"/>
        </a:xfrm>
      </p:grpSpPr>
      <p:pic>
        <p:nvPicPr>
          <p:cNvPr id="6" name="Picture 8" descr="background.jpg"/>
          <p:cNvPicPr>
            <a:picLocks noChangeAspect="1"/>
          </p:cNvPicPr>
          <p:nvPr userDrawn="1"/>
        </p:nvPicPr>
        <p:blipFill>
          <a:blip r:embed="rId2" cstate="print"/>
          <a:srcRect/>
          <a:stretch>
            <a:fillRect/>
          </a:stretch>
        </p:blipFill>
        <p:spPr bwMode="auto">
          <a:xfrm>
            <a:off x="0" y="0"/>
            <a:ext cx="9144000" cy="1092200"/>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p:cNvSpPr>
            <a:spLocks noGrp="1"/>
          </p:cNvSpPr>
          <p:nvPr>
            <p:ph sz="quarter" idx="13"/>
          </p:nvPr>
        </p:nvSpPr>
        <p:spPr>
          <a:xfrm>
            <a:off x="6851107" y="1577975"/>
            <a:ext cx="2217737" cy="3644900"/>
          </a:xfrm>
        </p:spPr>
        <p:txBody>
          <a:bodyPr/>
          <a:lstStyle>
            <a:lvl1pPr marL="174625" indent="-174625">
              <a:defRPr>
                <a:solidFill>
                  <a:schemeClr val="bg1"/>
                </a:solidFill>
              </a:defRPr>
            </a:lvl1pPr>
            <a:lvl2pPr marL="400050" indent="-219075">
              <a:defRPr>
                <a:solidFill>
                  <a:schemeClr val="bg1"/>
                </a:solidFill>
              </a:defRPr>
            </a:lvl2pPr>
            <a:lvl3pPr marL="627063" indent="-163513">
              <a:defRPr>
                <a:solidFill>
                  <a:schemeClr val="bg1"/>
                </a:solidFill>
              </a:defRPr>
            </a:lvl3pPr>
            <a:lvl4pPr marL="801688" indent="-180975" defTabSz="852488">
              <a:defRPr>
                <a:solidFill>
                  <a:schemeClr val="bg1"/>
                </a:solidFill>
              </a:defRPr>
            </a:lvl4pPr>
            <a:lvl5pPr marL="914400" indent="-163513">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9"/>
          <p:cNvSpPr>
            <a:spLocks noGrp="1"/>
          </p:cNvSpPr>
          <p:nvPr>
            <p:ph type="body" sz="quarter" idx="14"/>
          </p:nvPr>
        </p:nvSpPr>
        <p:spPr>
          <a:xfrm>
            <a:off x="450850" y="5762103"/>
            <a:ext cx="5911850" cy="939800"/>
          </a:xfrm>
        </p:spPr>
        <p:txBody>
          <a:bodyPr>
            <a:normAutofit/>
          </a:bodyPr>
          <a:lstStyle>
            <a:lvl1pPr>
              <a:defRPr sz="2000"/>
            </a:lvl1pPr>
            <a:lvl2pPr>
              <a:defRPr sz="1800"/>
            </a:lvl2pPr>
          </a:lstStyle>
          <a:p>
            <a:pPr lvl="0"/>
            <a:r>
              <a:rPr lang="en-US" dirty="0"/>
              <a:t>Click to edit Master text styles</a:t>
            </a:r>
          </a:p>
          <a:p>
            <a:pPr lvl="1"/>
            <a:r>
              <a:rPr lang="en-US" dirty="0"/>
              <a:t>Second level</a:t>
            </a:r>
          </a:p>
        </p:txBody>
      </p:sp>
      <p:sp>
        <p:nvSpPr>
          <p:cNvPr id="7" name="Date Placeholder 3"/>
          <p:cNvSpPr>
            <a:spLocks noGrp="1"/>
          </p:cNvSpPr>
          <p:nvPr>
            <p:ph type="dt" sz="half" idx="15"/>
          </p:nvPr>
        </p:nvSpPr>
        <p:spPr>
          <a:xfrm>
            <a:off x="457200" y="6356350"/>
            <a:ext cx="2133600" cy="365125"/>
          </a:xfrm>
          <a:prstGeom prst="rect">
            <a:avLst/>
          </a:prstGeom>
        </p:spPr>
        <p:txBody>
          <a:bodyPr/>
          <a:lstStyle>
            <a:lvl1pPr fontAlgn="auto">
              <a:spcBef>
                <a:spcPts val="0"/>
              </a:spcBef>
              <a:spcAft>
                <a:spcPts val="0"/>
              </a:spcAft>
              <a:defRPr>
                <a:solidFill>
                  <a:prstClr val="black"/>
                </a:solidFill>
                <a:latin typeface="+mn-lt"/>
                <a:cs typeface="+mn-cs"/>
              </a:defRPr>
            </a:lvl1pPr>
          </a:lstStyle>
          <a:p>
            <a:pPr>
              <a:defRPr/>
            </a:pPr>
            <a:fld id="{14B2CC33-8061-4958-9001-870885E8C784}" type="datetimeFigureOut">
              <a:rPr lang="en-US"/>
              <a:pPr>
                <a:defRPr/>
              </a:pPr>
              <a:t>8/2/20</a:t>
            </a:fld>
            <a:endParaRPr lang="en-US" dirty="0"/>
          </a:p>
        </p:txBody>
      </p:sp>
      <p:sp>
        <p:nvSpPr>
          <p:cNvPr id="9" name="Footer Placeholder 4"/>
          <p:cNvSpPr>
            <a:spLocks noGrp="1"/>
          </p:cNvSpPr>
          <p:nvPr>
            <p:ph type="ftr" sz="quarter" idx="16"/>
          </p:nvPr>
        </p:nvSpPr>
        <p:spPr>
          <a:xfrm>
            <a:off x="3124200" y="6356350"/>
            <a:ext cx="2895600" cy="365125"/>
          </a:xfrm>
          <a:prstGeom prst="rect">
            <a:avLst/>
          </a:prstGeom>
        </p:spPr>
        <p:txBody>
          <a:bodyPr/>
          <a:lstStyle>
            <a:lvl1pPr fontAlgn="auto">
              <a:spcBef>
                <a:spcPts val="0"/>
              </a:spcBef>
              <a:spcAft>
                <a:spcPts val="0"/>
              </a:spcAft>
              <a:defRPr>
                <a:solidFill>
                  <a:prstClr val="black"/>
                </a:solidFill>
                <a:latin typeface="+mn-lt"/>
                <a:cs typeface="+mn-cs"/>
              </a:defRPr>
            </a:lvl1pPr>
          </a:lstStyle>
          <a:p>
            <a:pPr>
              <a:defRPr/>
            </a:pPr>
            <a:endParaRPr lang="en-US" dirty="0"/>
          </a:p>
        </p:txBody>
      </p:sp>
      <p:sp>
        <p:nvSpPr>
          <p:cNvPr id="11" name="Slide Number Placeholder 5"/>
          <p:cNvSpPr>
            <a:spLocks noGrp="1"/>
          </p:cNvSpPr>
          <p:nvPr>
            <p:ph type="sldNum" sz="quarter" idx="17"/>
          </p:nvPr>
        </p:nvSpPr>
        <p:spPr/>
        <p:txBody>
          <a:bodyPr/>
          <a:lstStyle>
            <a:lvl1pPr>
              <a:defRPr/>
            </a:lvl1pPr>
          </a:lstStyle>
          <a:p>
            <a:pPr>
              <a:defRPr/>
            </a:pPr>
            <a:fld id="{74AA4760-8ADC-4065-9B33-873E7F17C001}" type="slidenum">
              <a:rPr lang="en-US"/>
              <a:pPr>
                <a:defRPr/>
              </a:pPr>
              <a:t>‹#›</a:t>
            </a:fld>
            <a:endParaRPr lang="en-US" dirty="0"/>
          </a:p>
        </p:txBody>
      </p:sp>
    </p:spTree>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Axtria Running Slide">
    <p:spTree>
      <p:nvGrpSpPr>
        <p:cNvPr id="1" name=""/>
        <p:cNvGrpSpPr/>
        <p:nvPr/>
      </p:nvGrpSpPr>
      <p:grpSpPr>
        <a:xfrm>
          <a:off x="0" y="0"/>
          <a:ext cx="0" cy="0"/>
          <a:chOff x="0" y="0"/>
          <a:chExt cx="0" cy="0"/>
        </a:xfrm>
      </p:grpSpPr>
      <p:graphicFrame>
        <p:nvGraphicFramePr>
          <p:cNvPr id="6" name="Objekt 5" hidden="1"/>
          <p:cNvGraphicFramePr>
            <a:graphicFrameLocks/>
          </p:cNvGraphicFramePr>
          <p:nvPr>
            <p:custDataLst>
              <p:tags r:id="rId2"/>
            </p:custDataLst>
          </p:nvPr>
        </p:nvGraphicFramePr>
        <p:xfrm>
          <a:off x="0" y="0"/>
          <a:ext cx="146538" cy="158750"/>
        </p:xfrm>
        <a:graphic>
          <a:graphicData uri="http://schemas.openxmlformats.org/presentationml/2006/ole">
            <mc:AlternateContent xmlns:mc="http://schemas.openxmlformats.org/markup-compatibility/2006">
              <mc:Choice xmlns:v="urn:schemas-microsoft-com:vml" Requires="v">
                <p:oleObj spid="_x0000_s1473" name="think-cell Slide" r:id="rId4" imgW="0" imgH="0" progId="TCLayout.ActiveDocument.1">
                  <p:embed/>
                </p:oleObj>
              </mc:Choice>
              <mc:Fallback>
                <p:oleObj name="think-cell Slide" r:id="rId4" imgW="0" imgH="0" progId="TCLayout.ActiveDocument.1">
                  <p:embed/>
                  <p:pic>
                    <p:nvPicPr>
                      <p:cNvPr id="0" name=""/>
                      <p:cNvPicPr>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0" y="0"/>
                        <a:ext cx="146538"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Content Placeholder 10"/>
          <p:cNvSpPr>
            <a:spLocks noGrp="1"/>
          </p:cNvSpPr>
          <p:nvPr>
            <p:ph sz="quarter" idx="10"/>
          </p:nvPr>
        </p:nvSpPr>
        <p:spPr>
          <a:xfrm>
            <a:off x="361950" y="1598613"/>
            <a:ext cx="8418513" cy="4573587"/>
          </a:xfrm>
        </p:spPr>
        <p:txBody>
          <a:bodyPr/>
          <a:lstStyle>
            <a:lvl2pPr indent="-200528">
              <a:defRPr/>
            </a:lvl2pPr>
            <a:lvl3pPr marL="401056" indent="-200528">
              <a:defRPr/>
            </a:lvl3pPr>
            <a:lvl5pPr>
              <a:defRPr/>
            </a:lvl5pPr>
            <a:lvl6pPr marL="802112" indent="0">
              <a:buNone/>
              <a:defRPr/>
            </a:lvl6pPr>
          </a:lstStyle>
          <a:p>
            <a:pPr lvl="0"/>
            <a:r>
              <a:rPr lang="en-US" dirty="0"/>
              <a:t>Click to edit Master text styles</a:t>
            </a:r>
          </a:p>
          <a:p>
            <a:pPr lvl="1"/>
            <a:r>
              <a:rPr lang="en-US" dirty="0"/>
              <a:t>First level </a:t>
            </a:r>
          </a:p>
          <a:p>
            <a:pPr lvl="2"/>
            <a:r>
              <a:rPr lang="en-US" dirty="0"/>
              <a:t>Second level</a:t>
            </a:r>
          </a:p>
          <a:p>
            <a:pPr lvl="3"/>
            <a:r>
              <a:rPr lang="en-US" dirty="0"/>
              <a:t>Third level</a:t>
            </a:r>
          </a:p>
          <a:p>
            <a:pPr lvl="4"/>
            <a:r>
              <a:rPr lang="en-US" dirty="0"/>
              <a:t>Fourth level</a:t>
            </a:r>
          </a:p>
        </p:txBody>
      </p:sp>
      <p:sp>
        <p:nvSpPr>
          <p:cNvPr id="7" name="Rectangle 2"/>
          <p:cNvSpPr>
            <a:spLocks noGrp="1" noChangeArrowheads="1"/>
          </p:cNvSpPr>
          <p:nvPr>
            <p:ph type="title"/>
          </p:nvPr>
        </p:nvSpPr>
        <p:spPr bwMode="auto">
          <a:xfrm>
            <a:off x="361950" y="158750"/>
            <a:ext cx="8418513" cy="1211263"/>
          </a:xfrm>
          <a:prstGeom prst="rect">
            <a:avLst/>
          </a:prstGeom>
          <a:noFill/>
          <a:ln w="9525">
            <a:noFill/>
            <a:miter lim="800000"/>
            <a:headEnd/>
            <a:tailEnd/>
          </a:ln>
          <a:effectLst/>
        </p:spPr>
        <p:txBody>
          <a:bodyPr vert="horz" wrap="square" lIns="0" tIns="0" rIns="0" bIns="0" numCol="1" anchor="ctr" anchorCtr="0" compatLnSpc="1">
            <a:prstTxWarp prst="textNoShape">
              <a:avLst/>
            </a:prstTxWarp>
            <a:noAutofit/>
          </a:bodyPr>
          <a:lstStyle/>
          <a:p>
            <a:r>
              <a:rPr lang="en-US" dirty="0"/>
              <a:t>Click to edit Master title style</a:t>
            </a:r>
            <a:endParaRPr lang="en-GB" dirty="0"/>
          </a:p>
        </p:txBody>
      </p:sp>
    </p:spTree>
    <p:extLst>
      <p:ext uri="{BB962C8B-B14F-4D97-AF65-F5344CB8AC3E}">
        <p14:creationId xmlns:p14="http://schemas.microsoft.com/office/powerpoint/2010/main" val="407551517"/>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3.gif"/><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image" Target="../media/image1.jpe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descr="black-board.jpg"/>
          <p:cNvPicPr>
            <a:picLocks noChangeAspect="1"/>
          </p:cNvPicPr>
          <p:nvPr userDrawn="1"/>
        </p:nvPicPr>
        <p:blipFill>
          <a:blip r:embed="rId32" cstate="print"/>
          <a:srcRect b="84643"/>
          <a:stretch>
            <a:fillRect/>
          </a:stretch>
        </p:blipFill>
        <p:spPr>
          <a:xfrm>
            <a:off x="0" y="0"/>
            <a:ext cx="9151917" cy="1054100"/>
          </a:xfrm>
          <a:prstGeom prst="rect">
            <a:avLst/>
          </a:prstGeom>
        </p:spPr>
      </p:pic>
      <p:sp>
        <p:nvSpPr>
          <p:cNvPr id="2" name="Title Placeholder 1"/>
          <p:cNvSpPr>
            <a:spLocks noGrp="1"/>
          </p:cNvSpPr>
          <p:nvPr>
            <p:ph type="title"/>
          </p:nvPr>
        </p:nvSpPr>
        <p:spPr>
          <a:xfrm>
            <a:off x="457200" y="274638"/>
            <a:ext cx="8229600" cy="677862"/>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143000"/>
            <a:ext cx="8229600" cy="49530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645275"/>
            <a:ext cx="2133600" cy="212726"/>
          </a:xfrm>
          <a:prstGeom prst="rect">
            <a:avLst/>
          </a:prstGeom>
        </p:spPr>
        <p:txBody>
          <a:bodyPr vert="horz" lIns="91440" tIns="45720" rIns="91440" bIns="45720" rtlCol="0" anchor="ctr"/>
          <a:lstStyle>
            <a:lvl1pPr algn="l">
              <a:defRPr sz="1200">
                <a:solidFill>
                  <a:schemeClr val="tx1"/>
                </a:solidFill>
              </a:defRPr>
            </a:lvl1pPr>
          </a:lstStyle>
          <a:p>
            <a:fld id="{D223BDE9-BCBD-40B0-AAB6-D2EBDB44FA4D}" type="datetime2">
              <a:rPr lang="en-US" smtClean="0"/>
              <a:pPr/>
              <a:t>Sunday, August 2, 2020</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613526"/>
            <a:ext cx="2133600" cy="244474"/>
          </a:xfrm>
          <a:prstGeom prst="rect">
            <a:avLst/>
          </a:prstGeom>
        </p:spPr>
        <p:txBody>
          <a:bodyPr vert="horz" lIns="91440" tIns="45720" rIns="91440" bIns="45720" rtlCol="0" anchor="ctr"/>
          <a:lstStyle>
            <a:lvl1pPr algn="r">
              <a:defRPr sz="1200">
                <a:solidFill>
                  <a:schemeClr val="tx1">
                    <a:tint val="75000"/>
                  </a:schemeClr>
                </a:solidFill>
              </a:defRPr>
            </a:lvl1pPr>
          </a:lstStyle>
          <a:p>
            <a:fld id="{15B3A8FD-10B1-4B53-9CF3-2A4A093C7F72}"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2" r:id="rId13"/>
    <p:sldLayoutId id="2147483663" r:id="rId14"/>
    <p:sldLayoutId id="2147483665" r:id="rId15"/>
    <p:sldLayoutId id="2147483667" r:id="rId16"/>
    <p:sldLayoutId id="2147483668" r:id="rId17"/>
    <p:sldLayoutId id="2147483669" r:id="rId18"/>
    <p:sldLayoutId id="2147483670" r:id="rId19"/>
    <p:sldLayoutId id="2147483671" r:id="rId20"/>
    <p:sldLayoutId id="2147483672" r:id="rId21"/>
    <p:sldLayoutId id="2147483673" r:id="rId22"/>
    <p:sldLayoutId id="2147483674" r:id="rId23"/>
    <p:sldLayoutId id="2147483675" r:id="rId24"/>
    <p:sldLayoutId id="2147483676" r:id="rId25"/>
    <p:sldLayoutId id="2147483677" r:id="rId26"/>
    <p:sldLayoutId id="2147483678" r:id="rId27"/>
    <p:sldLayoutId id="2147483679" r:id="rId28"/>
    <p:sldLayoutId id="2147483680" r:id="rId29"/>
    <p:sldLayoutId id="2147483681" r:id="rId30"/>
  </p:sldLayoutIdLst>
  <p:hf sldNum="0" hdr="0" ftr="0" dt="0"/>
  <p:txStyles>
    <p:titleStyle>
      <a:lvl1pPr algn="l" defTabSz="914400" rtl="0" eaLnBrk="1" latinLnBrk="0" hangingPunct="1">
        <a:spcBef>
          <a:spcPct val="0"/>
        </a:spcBef>
        <a:buNone/>
        <a:defRPr sz="2800" kern="1200">
          <a:solidFill>
            <a:srgbClr val="04FCDE"/>
          </a:solidFill>
          <a:latin typeface="+mn-lt"/>
          <a:ea typeface="+mj-ea"/>
          <a:cs typeface="+mj-cs"/>
        </a:defRPr>
      </a:lvl1pPr>
    </p:titleStyle>
    <p:bodyStyle>
      <a:lvl1pPr marL="342900" indent="-342900" algn="l" defTabSz="914400" rtl="0" eaLnBrk="1" latinLnBrk="0" hangingPunct="1">
        <a:spcBef>
          <a:spcPts val="0"/>
        </a:spcBef>
        <a:buFontTx/>
        <a:buBlip>
          <a:blip r:embed="rId33"/>
        </a:buBlip>
        <a:defRPr sz="2400" kern="1200">
          <a:solidFill>
            <a:schemeClr val="tx1"/>
          </a:solidFill>
          <a:latin typeface="+mn-lt"/>
          <a:ea typeface="+mn-ea"/>
          <a:cs typeface="+mn-cs"/>
        </a:defRPr>
      </a:lvl1pPr>
      <a:lvl2pPr marL="742950" indent="-285750" algn="l" defTabSz="914400" rtl="0" eaLnBrk="1" latinLnBrk="0" hangingPunct="1">
        <a:spcBef>
          <a:spcPts val="0"/>
        </a:spcBef>
        <a:buFontTx/>
        <a:buBlip>
          <a:blip r:embed="rId34"/>
        </a:buBlip>
        <a:defRPr sz="2000" kern="1200">
          <a:solidFill>
            <a:schemeClr val="tx1"/>
          </a:solidFill>
          <a:latin typeface="+mn-lt"/>
          <a:ea typeface="+mn-ea"/>
          <a:cs typeface="+mn-cs"/>
        </a:defRPr>
      </a:lvl2pPr>
      <a:lvl3pPr marL="1143000" indent="-228600" algn="l" defTabSz="914400" rtl="0" eaLnBrk="1" latinLnBrk="0" hangingPunct="1">
        <a:spcBef>
          <a:spcPts val="0"/>
        </a:spcBef>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4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tags" Target="../tags/tag18.xml"/><Relationship Id="rId3" Type="http://schemas.openxmlformats.org/officeDocument/2006/relationships/tags" Target="../tags/tag3.xml"/><Relationship Id="rId21" Type="http://schemas.openxmlformats.org/officeDocument/2006/relationships/notesSlide" Target="../notesSlides/notesSlide2.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19" Type="http://schemas.openxmlformats.org/officeDocument/2006/relationships/tags" Target="../tags/tag19.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 Id="rId22" Type="http://schemas.openxmlformats.org/officeDocument/2006/relationships/oleObject" Target="../embeddings/oleObject2.bin"/></Relationships>
</file>

<file path=ppt/slides/_rels/slide6.xml.rels><?xml version="1.0" encoding="UTF-8" standalone="yes"?>
<Relationships xmlns="http://schemas.openxmlformats.org/package/2006/relationships"><Relationship Id="rId8" Type="http://schemas.openxmlformats.org/officeDocument/2006/relationships/tags" Target="../tags/tag26.xml"/><Relationship Id="rId13" Type="http://schemas.openxmlformats.org/officeDocument/2006/relationships/tags" Target="../tags/tag31.xml"/><Relationship Id="rId3" Type="http://schemas.openxmlformats.org/officeDocument/2006/relationships/tags" Target="../tags/tag21.xml"/><Relationship Id="rId7" Type="http://schemas.openxmlformats.org/officeDocument/2006/relationships/tags" Target="../tags/tag25.xml"/><Relationship Id="rId12" Type="http://schemas.openxmlformats.org/officeDocument/2006/relationships/tags" Target="../tags/tag30.xml"/><Relationship Id="rId2" Type="http://schemas.openxmlformats.org/officeDocument/2006/relationships/tags" Target="../tags/tag20.xml"/><Relationship Id="rId16" Type="http://schemas.openxmlformats.org/officeDocument/2006/relationships/oleObject" Target="../embeddings/oleObject3.bin"/><Relationship Id="rId1" Type="http://schemas.openxmlformats.org/officeDocument/2006/relationships/vmlDrawing" Target="../drawings/vmlDrawing3.vml"/><Relationship Id="rId6" Type="http://schemas.openxmlformats.org/officeDocument/2006/relationships/tags" Target="../tags/tag24.xml"/><Relationship Id="rId11" Type="http://schemas.openxmlformats.org/officeDocument/2006/relationships/tags" Target="../tags/tag29.xml"/><Relationship Id="rId5" Type="http://schemas.openxmlformats.org/officeDocument/2006/relationships/tags" Target="../tags/tag23.xml"/><Relationship Id="rId15" Type="http://schemas.openxmlformats.org/officeDocument/2006/relationships/notesSlide" Target="../notesSlides/notesSlide3.xml"/><Relationship Id="rId10" Type="http://schemas.openxmlformats.org/officeDocument/2006/relationships/tags" Target="../tags/tag28.xml"/><Relationship Id="rId4" Type="http://schemas.openxmlformats.org/officeDocument/2006/relationships/tags" Target="../tags/tag22.xml"/><Relationship Id="rId9" Type="http://schemas.openxmlformats.org/officeDocument/2006/relationships/tags" Target="../tags/tag27.xml"/><Relationship Id="rId14"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8.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10.gif"/><Relationship Id="rId7" Type="http://schemas.openxmlformats.org/officeDocument/2006/relationships/image" Target="../media/image14.jpeg"/><Relationship Id="rId2" Type="http://schemas.openxmlformats.org/officeDocument/2006/relationships/image" Target="../media/image9.jpeg"/><Relationship Id="rId1" Type="http://schemas.openxmlformats.org/officeDocument/2006/relationships/slideLayout" Target="../slideLayouts/slideLayout4.xml"/><Relationship Id="rId6" Type="http://schemas.openxmlformats.org/officeDocument/2006/relationships/image" Target="../media/image13.jpeg"/><Relationship Id="rId5" Type="http://schemas.openxmlformats.org/officeDocument/2006/relationships/image" Target="../media/image12.jpeg"/><Relationship Id="rId4" Type="http://schemas.openxmlformats.org/officeDocument/2006/relationships/image" Target="../media/image11.jpeg"/><Relationship Id="rId9" Type="http://schemas.openxmlformats.org/officeDocument/2006/relationships/image" Target="../media/image3.gi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7.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30.xml"/><Relationship Id="rId5" Type="http://schemas.openxmlformats.org/officeDocument/2006/relationships/image" Target="../media/image18.jpeg"/><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0.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3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notesSlide" Target="../notesSlides/notesSlide11.xml"/><Relationship Id="rId7" Type="http://schemas.openxmlformats.org/officeDocument/2006/relationships/image" Target="../media/image23.png"/><Relationship Id="rId2" Type="http://schemas.openxmlformats.org/officeDocument/2006/relationships/slideLayout" Target="../slideLayouts/slideLayout14.xml"/><Relationship Id="rId1" Type="http://schemas.openxmlformats.org/officeDocument/2006/relationships/vmlDrawing" Target="../drawings/vmlDrawing4.vml"/><Relationship Id="rId6" Type="http://schemas.openxmlformats.org/officeDocument/2006/relationships/image" Target="../media/image22.jpeg"/><Relationship Id="rId5" Type="http://schemas.openxmlformats.org/officeDocument/2006/relationships/image" Target="../media/image21.png"/><Relationship Id="rId4" Type="http://schemas.openxmlformats.org/officeDocument/2006/relationships/oleObject" Target="../embeddings/oleObject4.bin"/></Relationships>
</file>

<file path=ppt/slides/_rels/slide26.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29.png"/><Relationship Id="rId3" Type="http://schemas.openxmlformats.org/officeDocument/2006/relationships/notesSlide" Target="../notesSlides/notesSlide12.xml"/><Relationship Id="rId7" Type="http://schemas.openxmlformats.org/officeDocument/2006/relationships/image" Target="../media/image22.jpeg"/><Relationship Id="rId12" Type="http://schemas.openxmlformats.org/officeDocument/2006/relationships/image" Target="../media/image28.png"/><Relationship Id="rId2" Type="http://schemas.openxmlformats.org/officeDocument/2006/relationships/slideLayout" Target="../slideLayouts/slideLayout14.xml"/><Relationship Id="rId1" Type="http://schemas.openxmlformats.org/officeDocument/2006/relationships/vmlDrawing" Target="../drawings/vmlDrawing5.vml"/><Relationship Id="rId6" Type="http://schemas.openxmlformats.org/officeDocument/2006/relationships/image" Target="../media/image21.png"/><Relationship Id="rId11" Type="http://schemas.openxmlformats.org/officeDocument/2006/relationships/image" Target="../media/image27.wmf"/><Relationship Id="rId5" Type="http://schemas.openxmlformats.org/officeDocument/2006/relationships/oleObject" Target="../embeddings/oleObject5.bin"/><Relationship Id="rId10" Type="http://schemas.openxmlformats.org/officeDocument/2006/relationships/image" Target="../media/image24.png"/><Relationship Id="rId4" Type="http://schemas.openxmlformats.org/officeDocument/2006/relationships/image" Target="../media/image25.png"/><Relationship Id="rId9" Type="http://schemas.openxmlformats.org/officeDocument/2006/relationships/image" Target="../media/image23.png"/></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514974" y="1761230"/>
            <a:ext cx="8051800" cy="4343400"/>
          </a:xfrm>
        </p:spPr>
        <p:txBody>
          <a:bodyPr anchor="ctr">
            <a:noAutofit/>
          </a:bodyPr>
          <a:lstStyle/>
          <a:p>
            <a:pPr algn="ctr"/>
            <a:br>
              <a:rPr lang="en-US" sz="3600" b="1" dirty="0">
                <a:solidFill>
                  <a:schemeClr val="tx1"/>
                </a:solidFill>
              </a:rPr>
            </a:br>
            <a:br>
              <a:rPr lang="en-US" sz="3600" b="1" dirty="0">
                <a:solidFill>
                  <a:schemeClr val="tx1"/>
                </a:solidFill>
              </a:rPr>
            </a:br>
            <a:br>
              <a:rPr lang="en-US" sz="3600" b="1" dirty="0">
                <a:solidFill>
                  <a:schemeClr val="tx1"/>
                </a:solidFill>
              </a:rPr>
            </a:br>
            <a:r>
              <a:rPr lang="en-US" sz="3600" b="1" dirty="0">
                <a:solidFill>
                  <a:schemeClr val="tx1"/>
                </a:solidFill>
              </a:rPr>
              <a:t>Marketing and Retail Analytics</a:t>
            </a:r>
            <a:br>
              <a:rPr lang="en-US" sz="3600" b="1" dirty="0">
                <a:solidFill>
                  <a:schemeClr val="tx1"/>
                </a:solidFill>
              </a:rPr>
            </a:br>
            <a:br>
              <a:rPr lang="en-US" sz="3600" b="1" dirty="0">
                <a:solidFill>
                  <a:schemeClr val="tx1"/>
                </a:solidFill>
              </a:rPr>
            </a:br>
            <a:br>
              <a:rPr lang="en-US" sz="3600" b="1" dirty="0">
                <a:solidFill>
                  <a:schemeClr val="tx1"/>
                </a:solidFill>
              </a:rPr>
            </a:br>
            <a:br>
              <a:rPr lang="en-US" sz="3600" b="1" dirty="0">
                <a:solidFill>
                  <a:schemeClr val="tx1"/>
                </a:solidFill>
              </a:rPr>
            </a:br>
            <a:endParaRPr lang="en-US" sz="3600" b="1"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1"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Quiz- Some basic terms in Retail(1/2)</a:t>
            </a:r>
          </a:p>
        </p:txBody>
      </p:sp>
      <p:sp>
        <p:nvSpPr>
          <p:cNvPr id="3" name="Content Placeholder 2"/>
          <p:cNvSpPr>
            <a:spLocks noGrp="1"/>
          </p:cNvSpPr>
          <p:nvPr>
            <p:ph idx="1"/>
          </p:nvPr>
        </p:nvSpPr>
        <p:spPr>
          <a:xfrm>
            <a:off x="457200" y="1143000"/>
            <a:ext cx="8229600" cy="4834719"/>
          </a:xfrm>
        </p:spPr>
        <p:txBody>
          <a:bodyPr/>
          <a:lstStyle/>
          <a:p>
            <a:r>
              <a:rPr lang="en-US" dirty="0"/>
              <a:t>1. What is a SKU ? </a:t>
            </a:r>
          </a:p>
          <a:p>
            <a:r>
              <a:rPr lang="en-US" sz="2000" dirty="0"/>
              <a:t>Stock Keeping Unit - SKU' A store's or catalog's product and service identification code, often portrayed as a machine-readable bar code that helps the item to be tracked for inventory. These codes are not regulated nor standardized. When a company receives items from a vendor, it has a choice of maintaining the vendor's SKU or creating its own.</a:t>
            </a:r>
          </a:p>
          <a:p>
            <a:endParaRPr lang="en-US" sz="2000" dirty="0"/>
          </a:p>
          <a:p>
            <a:r>
              <a:rPr lang="en-US" dirty="0"/>
              <a:t>2. </a:t>
            </a:r>
            <a:r>
              <a:rPr lang="en-US" altLang="en-US" dirty="0"/>
              <a:t>What is a UPC ? </a:t>
            </a:r>
          </a:p>
          <a:p>
            <a:r>
              <a:rPr lang="en-US" sz="2000" dirty="0"/>
              <a:t>The Universal Product Code (UPC) is a barcode </a:t>
            </a:r>
            <a:r>
              <a:rPr lang="en-US" sz="2000" dirty="0" err="1"/>
              <a:t>symbology</a:t>
            </a:r>
            <a:r>
              <a:rPr lang="en-US" sz="2000" dirty="0"/>
              <a:t> (i.e., a specific type of barcode) that is widely used in the United States, Canada, the United Kingdom, Australia, New Zealand, and in other countries for tracking trade items in stores. Its most common form, the UPC-A, consists of 12 numerical digits, which are uniquely assigned to each trade item</a:t>
            </a:r>
          </a:p>
          <a:p>
            <a:pPr marL="0" indent="0">
              <a:buNone/>
            </a:pPr>
            <a:endParaRPr lang="en-US" altLang="en-US" dirty="0"/>
          </a:p>
          <a:p>
            <a:endParaRPr lang="en-US" sz="2000" dirty="0"/>
          </a:p>
        </p:txBody>
      </p:sp>
    </p:spTree>
    <p:extLst>
      <p:ext uri="{BB962C8B-B14F-4D97-AF65-F5344CB8AC3E}">
        <p14:creationId xmlns:p14="http://schemas.microsoft.com/office/powerpoint/2010/main" val="2477047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Quiz- Some basic terms in Retail(2/2)</a:t>
            </a:r>
          </a:p>
        </p:txBody>
      </p:sp>
      <p:sp>
        <p:nvSpPr>
          <p:cNvPr id="3" name="Content Placeholder 2"/>
          <p:cNvSpPr>
            <a:spLocks noGrp="1"/>
          </p:cNvSpPr>
          <p:nvPr>
            <p:ph idx="1"/>
          </p:nvPr>
        </p:nvSpPr>
        <p:spPr>
          <a:xfrm>
            <a:off x="457200" y="1143000"/>
            <a:ext cx="8229600" cy="5598994"/>
          </a:xfrm>
        </p:spPr>
        <p:txBody>
          <a:bodyPr>
            <a:normAutofit/>
          </a:bodyPr>
          <a:lstStyle/>
          <a:p>
            <a:r>
              <a:rPr lang="en-US" dirty="0"/>
              <a:t>3. </a:t>
            </a:r>
            <a:r>
              <a:rPr lang="en-US" altLang="en-US" dirty="0"/>
              <a:t>What does CPG stand for? What does FMCG stand for?</a:t>
            </a:r>
          </a:p>
          <a:p>
            <a:r>
              <a:rPr lang="en-US" sz="2000" dirty="0"/>
              <a:t>Consumer packaged goods (CPG) are consumable goods such as food and beverages, tobacco, and cleaning products. In general, CPGs are things that get used up and have to be replaced frequently, in contrast to items that people usually keep for a long time, such as cars and furniture. In India and in some other countries CPG companies are called as FMCG companies, which stands for Fast Moving Consumer Goods.</a:t>
            </a:r>
          </a:p>
          <a:p>
            <a:r>
              <a:rPr lang="en-US" dirty="0"/>
              <a:t>4. </a:t>
            </a:r>
            <a:r>
              <a:rPr lang="en-US" altLang="en-US" dirty="0"/>
              <a:t>What are the 3 most important attributes(variables)that we look at when trying to understand customer behavior ?</a:t>
            </a:r>
          </a:p>
          <a:p>
            <a:pPr marL="457200" indent="-457200">
              <a:buFont typeface="+mj-lt"/>
              <a:buAutoNum type="arabicPeriod"/>
            </a:pPr>
            <a:r>
              <a:rPr lang="en-US" sz="2000" dirty="0"/>
              <a:t>What does a consumer buy?</a:t>
            </a:r>
          </a:p>
          <a:p>
            <a:pPr marL="457200" indent="-457200">
              <a:buFont typeface="+mj-lt"/>
              <a:buAutoNum type="arabicPeriod"/>
            </a:pPr>
            <a:r>
              <a:rPr lang="en-US" sz="2000" dirty="0"/>
              <a:t>How often does he buy and when does he buy what he buys?</a:t>
            </a:r>
          </a:p>
          <a:p>
            <a:pPr marL="457200" indent="-457200">
              <a:buFont typeface="+mj-lt"/>
              <a:buAutoNum type="arabicPeriod"/>
            </a:pPr>
            <a:r>
              <a:rPr lang="en-US" sz="2000" dirty="0"/>
              <a:t>How much does he spend?</a:t>
            </a:r>
          </a:p>
        </p:txBody>
      </p:sp>
    </p:spTree>
    <p:extLst>
      <p:ext uri="{BB962C8B-B14F-4D97-AF65-F5344CB8AC3E}">
        <p14:creationId xmlns:p14="http://schemas.microsoft.com/office/powerpoint/2010/main" val="687810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Quiz- Some basic terms in Marketing(1/2)</a:t>
            </a:r>
            <a:endParaRPr lang="en-IN" dirty="0"/>
          </a:p>
        </p:txBody>
      </p:sp>
      <p:sp>
        <p:nvSpPr>
          <p:cNvPr id="3" name="Content Placeholder 2"/>
          <p:cNvSpPr>
            <a:spLocks noGrp="1"/>
          </p:cNvSpPr>
          <p:nvPr>
            <p:ph idx="1"/>
          </p:nvPr>
        </p:nvSpPr>
        <p:spPr/>
        <p:txBody>
          <a:bodyPr>
            <a:normAutofit/>
          </a:bodyPr>
          <a:lstStyle/>
          <a:p>
            <a:pPr marL="0" indent="0">
              <a:buNone/>
            </a:pPr>
            <a:endParaRPr lang="en-US" dirty="0"/>
          </a:p>
          <a:p>
            <a:r>
              <a:rPr lang="en-US" dirty="0"/>
              <a:t>1. What is a campaign ? </a:t>
            </a:r>
          </a:p>
          <a:p>
            <a:endParaRPr lang="en-US" dirty="0"/>
          </a:p>
          <a:p>
            <a:r>
              <a:rPr lang="en-US" dirty="0"/>
              <a:t>2. </a:t>
            </a:r>
            <a:r>
              <a:rPr lang="en-US" altLang="en-US" dirty="0"/>
              <a:t>What is a promotion?</a:t>
            </a:r>
          </a:p>
          <a:p>
            <a:endParaRPr lang="en-US" altLang="en-US" dirty="0"/>
          </a:p>
          <a:p>
            <a:r>
              <a:rPr lang="en-US" dirty="0"/>
              <a:t>3. What is meant by a “prospect pool”? </a:t>
            </a:r>
          </a:p>
          <a:p>
            <a:endParaRPr lang="en-US" altLang="en-US" dirty="0"/>
          </a:p>
          <a:p>
            <a:r>
              <a:rPr lang="en-US" altLang="en-US" dirty="0"/>
              <a:t>4. Can you name some companies that sell data? Why do you need external data sets, when you can get internal data ?</a:t>
            </a:r>
          </a:p>
          <a:p>
            <a:r>
              <a:rPr lang="en-US" altLang="en-US" dirty="0"/>
              <a:t> </a:t>
            </a:r>
          </a:p>
          <a:p>
            <a:endParaRPr lang="en-US" altLang="en-US" dirty="0"/>
          </a:p>
          <a:p>
            <a:endParaRPr lang="en-US" altLang="en-US" dirty="0"/>
          </a:p>
          <a:p>
            <a:pPr marL="0" indent="0">
              <a:buNone/>
            </a:pPr>
            <a:endParaRPr lang="en-US" altLang="en-US" dirty="0"/>
          </a:p>
          <a:p>
            <a:endParaRPr lang="en-IN" dirty="0"/>
          </a:p>
        </p:txBody>
      </p:sp>
    </p:spTree>
    <p:extLst>
      <p:ext uri="{BB962C8B-B14F-4D97-AF65-F5344CB8AC3E}">
        <p14:creationId xmlns:p14="http://schemas.microsoft.com/office/powerpoint/2010/main" val="343636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 calcmode="lin" valueType="num">
                                      <p:cBhvr additive="base">
                                        <p:cTn id="1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anim calcmode="lin" valueType="num">
                                      <p:cBhvr additive="base">
                                        <p:cTn id="19"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 calcmode="lin" valueType="num">
                                      <p:cBhvr additive="base">
                                        <p:cTn id="2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anim calcmode="lin" valueType="num">
                                      <p:cBhvr additive="base">
                                        <p:cTn id="3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Slide Number Placeholder 1"/>
          <p:cNvSpPr>
            <a:spLocks noGrp="1"/>
          </p:cNvSpPr>
          <p:nvPr>
            <p:ph type="sldNum" sz="quarter" idx="10"/>
          </p:nvPr>
        </p:nvSpPr>
        <p:spPr/>
        <p:txBody>
          <a:bodyPr/>
          <a:lstStyle/>
          <a:p>
            <a:fld id="{CF2BE974-EF2E-4162-9B74-3E4C05F3722F}" type="slidenum">
              <a:rPr lang="en-GB" altLang="en-US"/>
              <a:pPr/>
              <a:t>5</a:t>
            </a:fld>
            <a:endParaRPr lang="en-GB" altLang="en-US"/>
          </a:p>
        </p:txBody>
      </p:sp>
      <p:sp>
        <p:nvSpPr>
          <p:cNvPr id="867330" name="Rectangle 54"/>
          <p:cNvSpPr>
            <a:spLocks noChangeArrowheads="1"/>
          </p:cNvSpPr>
          <p:nvPr/>
        </p:nvSpPr>
        <p:spPr bwMode="auto">
          <a:xfrm>
            <a:off x="0" y="5114925"/>
            <a:ext cx="9144000" cy="1743075"/>
          </a:xfrm>
          <a:prstGeom prst="rect">
            <a:avLst/>
          </a:prstGeom>
          <a:solidFill>
            <a:schemeClr val="bg1"/>
          </a:solidFill>
          <a:ln w="9525">
            <a:solidFill>
              <a:schemeClr val="bg1"/>
            </a:solidFill>
            <a:miter lim="800000"/>
            <a:headEnd/>
            <a:tailEnd/>
          </a:ln>
        </p:spPr>
        <p:txBody>
          <a:bodyPr wrap="none" anchor="ctr"/>
          <a:lstStyle>
            <a:lvl1pPr algn="l">
              <a:spcBef>
                <a:spcPct val="0"/>
              </a:spcBef>
              <a:defRPr>
                <a:solidFill>
                  <a:schemeClr val="tx1"/>
                </a:solidFill>
                <a:latin typeface="Arial" panose="020B0604020202020204" pitchFamily="34" charset="0"/>
              </a:defRPr>
            </a:lvl1pPr>
            <a:lvl2pPr marL="742950" indent="-285750" algn="l">
              <a:spcBef>
                <a:spcPct val="0"/>
              </a:spcBef>
              <a:defRPr>
                <a:solidFill>
                  <a:schemeClr val="tx1"/>
                </a:solidFill>
                <a:latin typeface="Arial" panose="020B0604020202020204" pitchFamily="34" charset="0"/>
              </a:defRPr>
            </a:lvl2pPr>
            <a:lvl3pPr marL="1143000" indent="-228600" algn="l">
              <a:spcBef>
                <a:spcPct val="0"/>
              </a:spcBef>
              <a:defRPr>
                <a:solidFill>
                  <a:schemeClr val="tx1"/>
                </a:solidFill>
                <a:latin typeface="Arial" panose="020B0604020202020204" pitchFamily="34" charset="0"/>
              </a:defRPr>
            </a:lvl3pPr>
            <a:lvl4pPr marL="1600200" indent="-228600" algn="l">
              <a:spcBef>
                <a:spcPct val="0"/>
              </a:spcBef>
              <a:defRPr>
                <a:solidFill>
                  <a:schemeClr val="tx1"/>
                </a:solidFill>
                <a:latin typeface="Arial" panose="020B0604020202020204" pitchFamily="34" charset="0"/>
              </a:defRPr>
            </a:lvl4pPr>
            <a:lvl5pPr marL="2057400" indent="-228600" algn="l">
              <a:spcBef>
                <a:spcPct val="0"/>
              </a:spcBef>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en-US" altLang="en-US" sz="1800" b="0"/>
          </a:p>
        </p:txBody>
      </p:sp>
      <p:sp>
        <p:nvSpPr>
          <p:cNvPr id="867331" name="Rectangle 2"/>
          <p:cNvSpPr>
            <a:spLocks noGrp="1" noChangeArrowheads="1"/>
          </p:cNvSpPr>
          <p:nvPr>
            <p:ph type="title" idx="4294967295"/>
            <p:custDataLst>
              <p:tags r:id="rId2"/>
            </p:custDataLst>
          </p:nvPr>
        </p:nvSpPr>
        <p:spPr>
          <a:xfrm>
            <a:off x="0" y="0"/>
            <a:ext cx="6865938" cy="595313"/>
          </a:xfrm>
        </p:spPr>
        <p:txBody>
          <a:bodyPr/>
          <a:lstStyle/>
          <a:p>
            <a:pPr defTabSz="895350"/>
            <a:r>
              <a:rPr lang="en-US" altLang="en-US" sz="2400" b="0"/>
              <a:t>Format Definition</a:t>
            </a:r>
          </a:p>
        </p:txBody>
      </p:sp>
      <p:graphicFrame>
        <p:nvGraphicFramePr>
          <p:cNvPr id="867332" name="Rectangle 3" hidden="1"/>
          <p:cNvGraphicFramePr>
            <a:graphicFrameLocks/>
          </p:cNvGraphicFramePr>
          <p:nvPr>
            <p:custDataLst>
              <p:tags r:id="rId3"/>
            </p:custDataLst>
          </p:nvPr>
        </p:nvGraphicFramePr>
        <p:xfrm>
          <a:off x="0" y="0"/>
          <a:ext cx="161925" cy="161925"/>
        </p:xfrm>
        <a:graphic>
          <a:graphicData uri="http://schemas.openxmlformats.org/presentationml/2006/ole">
            <mc:AlternateContent xmlns:mc="http://schemas.openxmlformats.org/markup-compatibility/2006">
              <mc:Choice xmlns:v="urn:schemas-microsoft-com:vml" Requires="v">
                <p:oleObj spid="_x0000_s4442" r:id="rId22" imgW="0" imgH="0" progId="TCLayout.ActiveDocument">
                  <p:embed/>
                </p:oleObj>
              </mc:Choice>
              <mc:Fallback>
                <p:oleObj r:id="rId22" imgW="0" imgH="0" progId="TCLayout.ActiveDocument">
                  <p:embed/>
                  <p:pic>
                    <p:nvPicPr>
                      <p:cNvPr id="0" name=""/>
                      <p:cNvPicPr preferRelativeResize="0">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0" y="0"/>
                        <a:ext cx="161925" cy="161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67333" name="Rectangle 4" hidden="1"/>
          <p:cNvSpPr>
            <a:spLocks noChangeArrowheads="1"/>
          </p:cNvSpPr>
          <p:nvPr>
            <p:custDataLst>
              <p:tags r:id="rId4"/>
            </p:custDataLst>
          </p:nvPr>
        </p:nvSpPr>
        <p:spPr bwMode="auto">
          <a:xfrm>
            <a:off x="0" y="0"/>
            <a:ext cx="161925" cy="161925"/>
          </a:xfrm>
          <a:prstGeom prst="rect">
            <a:avLst/>
          </a:prstGeom>
          <a:solidFill>
            <a:schemeClr val="accent1"/>
          </a:solidFill>
          <a:ln w="9525">
            <a:solidFill>
              <a:schemeClr val="tx1"/>
            </a:solidFill>
            <a:miter lim="800000"/>
            <a:headEnd/>
            <a:tailEnd/>
          </a:ln>
        </p:spPr>
        <p:txBody>
          <a:bodyPr wrap="none" lIns="22676" tIns="0" rIns="22676" bIns="0" anchor="ctr"/>
          <a:lstStyle>
            <a:lvl1pPr algn="l" defTabSz="933450">
              <a:spcBef>
                <a:spcPct val="0"/>
              </a:spcBef>
              <a:defRPr>
                <a:solidFill>
                  <a:schemeClr val="tx1"/>
                </a:solidFill>
                <a:latin typeface="Arial" panose="020B0604020202020204" pitchFamily="34" charset="0"/>
              </a:defRPr>
            </a:lvl1pPr>
            <a:lvl2pPr marL="742950" indent="-285750" algn="l" defTabSz="933450">
              <a:spcBef>
                <a:spcPct val="0"/>
              </a:spcBef>
              <a:defRPr>
                <a:solidFill>
                  <a:schemeClr val="tx1"/>
                </a:solidFill>
                <a:latin typeface="Arial" panose="020B0604020202020204" pitchFamily="34" charset="0"/>
              </a:defRPr>
            </a:lvl2pPr>
            <a:lvl3pPr marL="1143000" indent="-228600" algn="l" defTabSz="933450">
              <a:spcBef>
                <a:spcPct val="0"/>
              </a:spcBef>
              <a:defRPr>
                <a:solidFill>
                  <a:schemeClr val="tx1"/>
                </a:solidFill>
                <a:latin typeface="Arial" panose="020B0604020202020204" pitchFamily="34" charset="0"/>
              </a:defRPr>
            </a:lvl3pPr>
            <a:lvl4pPr marL="1600200" indent="-228600" algn="l" defTabSz="933450">
              <a:spcBef>
                <a:spcPct val="0"/>
              </a:spcBef>
              <a:defRPr>
                <a:solidFill>
                  <a:schemeClr val="tx1"/>
                </a:solidFill>
                <a:latin typeface="Arial" panose="020B0604020202020204" pitchFamily="34" charset="0"/>
              </a:defRPr>
            </a:lvl4pPr>
            <a:lvl5pPr marL="2057400" indent="-228600" algn="l" defTabSz="933450">
              <a:spcBef>
                <a:spcPct val="0"/>
              </a:spcBef>
              <a:defRPr>
                <a:solidFill>
                  <a:schemeClr val="tx1"/>
                </a:solidFill>
                <a:latin typeface="Arial" panose="020B0604020202020204" pitchFamily="34" charset="0"/>
              </a:defRPr>
            </a:lvl5pPr>
            <a:lvl6pPr marL="2514600" indent="-228600" defTabSz="933450" fontAlgn="base">
              <a:spcBef>
                <a:spcPct val="0"/>
              </a:spcBef>
              <a:spcAft>
                <a:spcPct val="0"/>
              </a:spcAft>
              <a:defRPr>
                <a:solidFill>
                  <a:schemeClr val="tx1"/>
                </a:solidFill>
                <a:latin typeface="Arial" panose="020B0604020202020204" pitchFamily="34" charset="0"/>
              </a:defRPr>
            </a:lvl6pPr>
            <a:lvl7pPr marL="2971800" indent="-228600" defTabSz="933450" fontAlgn="base">
              <a:spcBef>
                <a:spcPct val="0"/>
              </a:spcBef>
              <a:spcAft>
                <a:spcPct val="0"/>
              </a:spcAft>
              <a:defRPr>
                <a:solidFill>
                  <a:schemeClr val="tx1"/>
                </a:solidFill>
                <a:latin typeface="Arial" panose="020B0604020202020204" pitchFamily="34" charset="0"/>
              </a:defRPr>
            </a:lvl7pPr>
            <a:lvl8pPr marL="3429000" indent="-228600" defTabSz="933450" fontAlgn="base">
              <a:spcBef>
                <a:spcPct val="0"/>
              </a:spcBef>
              <a:spcAft>
                <a:spcPct val="0"/>
              </a:spcAft>
              <a:defRPr>
                <a:solidFill>
                  <a:schemeClr val="tx1"/>
                </a:solidFill>
                <a:latin typeface="Arial" panose="020B0604020202020204" pitchFamily="34" charset="0"/>
              </a:defRPr>
            </a:lvl8pPr>
            <a:lvl9pPr marL="3886200" indent="-228600" defTabSz="933450" fontAlgn="base">
              <a:spcBef>
                <a:spcPct val="0"/>
              </a:spcBef>
              <a:spcAft>
                <a:spcPct val="0"/>
              </a:spcAft>
              <a:defRPr>
                <a:solidFill>
                  <a:schemeClr val="tx1"/>
                </a:solidFill>
                <a:latin typeface="Arial" panose="020B0604020202020204" pitchFamily="34" charset="0"/>
              </a:defRPr>
            </a:lvl9pPr>
          </a:lstStyle>
          <a:p>
            <a:pPr algn="ctr"/>
            <a:r>
              <a:rPr lang="en-US" altLang="en-US" sz="1400" b="0">
                <a:cs typeface="Arial" panose="020B0604020202020204" pitchFamily="34" charset="0"/>
              </a:rPr>
              <a:t>12</a:t>
            </a:r>
          </a:p>
        </p:txBody>
      </p:sp>
      <p:sp>
        <p:nvSpPr>
          <p:cNvPr id="867334" name="Rectangle 5"/>
          <p:cNvSpPr>
            <a:spLocks noChangeArrowheads="1"/>
          </p:cNvSpPr>
          <p:nvPr/>
        </p:nvSpPr>
        <p:spPr bwMode="auto">
          <a:xfrm>
            <a:off x="287338" y="722541"/>
            <a:ext cx="1098550"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defTabSz="895350">
              <a:spcBef>
                <a:spcPct val="0"/>
              </a:spcBef>
              <a:defRPr>
                <a:solidFill>
                  <a:schemeClr val="tx1"/>
                </a:solidFill>
                <a:latin typeface="Arial" panose="020B0604020202020204" pitchFamily="34" charset="0"/>
              </a:defRPr>
            </a:lvl1pPr>
            <a:lvl2pPr marL="742950" indent="-285750" algn="l" defTabSz="895350">
              <a:spcBef>
                <a:spcPct val="0"/>
              </a:spcBef>
              <a:defRPr>
                <a:solidFill>
                  <a:schemeClr val="tx1"/>
                </a:solidFill>
                <a:latin typeface="Arial" panose="020B0604020202020204" pitchFamily="34" charset="0"/>
              </a:defRPr>
            </a:lvl2pPr>
            <a:lvl3pPr marL="1143000" indent="-228600" algn="l" defTabSz="895350">
              <a:spcBef>
                <a:spcPct val="0"/>
              </a:spcBef>
              <a:defRPr>
                <a:solidFill>
                  <a:schemeClr val="tx1"/>
                </a:solidFill>
                <a:latin typeface="Arial" panose="020B0604020202020204" pitchFamily="34" charset="0"/>
              </a:defRPr>
            </a:lvl3pPr>
            <a:lvl4pPr marL="1600200" indent="-228600" algn="l" defTabSz="895350">
              <a:spcBef>
                <a:spcPct val="0"/>
              </a:spcBef>
              <a:defRPr>
                <a:solidFill>
                  <a:schemeClr val="tx1"/>
                </a:solidFill>
                <a:latin typeface="Arial" panose="020B0604020202020204" pitchFamily="34" charset="0"/>
              </a:defRPr>
            </a:lvl4pPr>
            <a:lvl5pPr marL="2057400" indent="-228600" algn="l" defTabSz="895350">
              <a:spcBef>
                <a:spcPct val="0"/>
              </a:spcBef>
              <a:defRPr>
                <a:solidFill>
                  <a:schemeClr val="tx1"/>
                </a:solidFill>
                <a:latin typeface="Arial" panose="020B0604020202020204" pitchFamily="34" charset="0"/>
              </a:defRPr>
            </a:lvl5pPr>
            <a:lvl6pPr marL="2514600" indent="-228600" defTabSz="895350" fontAlgn="base">
              <a:spcBef>
                <a:spcPct val="0"/>
              </a:spcBef>
              <a:spcAft>
                <a:spcPct val="0"/>
              </a:spcAft>
              <a:defRPr>
                <a:solidFill>
                  <a:schemeClr val="tx1"/>
                </a:solidFill>
                <a:latin typeface="Arial" panose="020B0604020202020204" pitchFamily="34" charset="0"/>
              </a:defRPr>
            </a:lvl6pPr>
            <a:lvl7pPr marL="2971800" indent="-228600" defTabSz="895350" fontAlgn="base">
              <a:spcBef>
                <a:spcPct val="0"/>
              </a:spcBef>
              <a:spcAft>
                <a:spcPct val="0"/>
              </a:spcAft>
              <a:defRPr>
                <a:solidFill>
                  <a:schemeClr val="tx1"/>
                </a:solidFill>
                <a:latin typeface="Arial" panose="020B0604020202020204" pitchFamily="34" charset="0"/>
              </a:defRPr>
            </a:lvl7pPr>
            <a:lvl8pPr marL="3429000" indent="-228600" defTabSz="895350" fontAlgn="base">
              <a:spcBef>
                <a:spcPct val="0"/>
              </a:spcBef>
              <a:spcAft>
                <a:spcPct val="0"/>
              </a:spcAft>
              <a:defRPr>
                <a:solidFill>
                  <a:schemeClr val="tx1"/>
                </a:solidFill>
                <a:latin typeface="Arial" panose="020B0604020202020204" pitchFamily="34" charset="0"/>
              </a:defRPr>
            </a:lvl8pPr>
            <a:lvl9pPr marL="3886200" indent="-228600" defTabSz="895350" fontAlgn="base">
              <a:spcBef>
                <a:spcPct val="0"/>
              </a:spcBef>
              <a:spcAft>
                <a:spcPct val="0"/>
              </a:spcAft>
              <a:defRPr>
                <a:solidFill>
                  <a:schemeClr val="tx1"/>
                </a:solidFill>
                <a:latin typeface="Arial" panose="020B0604020202020204" pitchFamily="34" charset="0"/>
              </a:defRPr>
            </a:lvl9pPr>
          </a:lstStyle>
          <a:p>
            <a:pPr>
              <a:spcBef>
                <a:spcPct val="20000"/>
              </a:spcBef>
              <a:buClr>
                <a:srgbClr val="4E84C4"/>
              </a:buClr>
            </a:pPr>
            <a:r>
              <a:rPr lang="en-US" altLang="en-US" sz="1400" dirty="0">
                <a:solidFill>
                  <a:schemeClr val="bg1"/>
                </a:solidFill>
                <a:latin typeface="+mn-lt"/>
              </a:rPr>
              <a:t>Formats</a:t>
            </a:r>
          </a:p>
        </p:txBody>
      </p:sp>
      <p:sp>
        <p:nvSpPr>
          <p:cNvPr id="867335" name="Rectangle 6"/>
          <p:cNvSpPr>
            <a:spLocks noChangeArrowheads="1"/>
          </p:cNvSpPr>
          <p:nvPr/>
        </p:nvSpPr>
        <p:spPr bwMode="auto">
          <a:xfrm>
            <a:off x="1555750" y="679112"/>
            <a:ext cx="180498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defTabSz="895350">
              <a:spcBef>
                <a:spcPct val="0"/>
              </a:spcBef>
              <a:defRPr>
                <a:solidFill>
                  <a:schemeClr val="tx1"/>
                </a:solidFill>
                <a:latin typeface="Arial" panose="020B0604020202020204" pitchFamily="34" charset="0"/>
              </a:defRPr>
            </a:lvl1pPr>
            <a:lvl2pPr marL="742950" indent="-285750" algn="l" defTabSz="895350">
              <a:spcBef>
                <a:spcPct val="0"/>
              </a:spcBef>
              <a:defRPr>
                <a:solidFill>
                  <a:schemeClr val="tx1"/>
                </a:solidFill>
                <a:latin typeface="Arial" panose="020B0604020202020204" pitchFamily="34" charset="0"/>
              </a:defRPr>
            </a:lvl2pPr>
            <a:lvl3pPr marL="1143000" indent="-228600" algn="l" defTabSz="895350">
              <a:spcBef>
                <a:spcPct val="0"/>
              </a:spcBef>
              <a:defRPr>
                <a:solidFill>
                  <a:schemeClr val="tx1"/>
                </a:solidFill>
                <a:latin typeface="Arial" panose="020B0604020202020204" pitchFamily="34" charset="0"/>
              </a:defRPr>
            </a:lvl3pPr>
            <a:lvl4pPr marL="1600200" indent="-228600" algn="l" defTabSz="895350">
              <a:spcBef>
                <a:spcPct val="0"/>
              </a:spcBef>
              <a:defRPr>
                <a:solidFill>
                  <a:schemeClr val="tx1"/>
                </a:solidFill>
                <a:latin typeface="Arial" panose="020B0604020202020204" pitchFamily="34" charset="0"/>
              </a:defRPr>
            </a:lvl4pPr>
            <a:lvl5pPr marL="2057400" indent="-228600" algn="l" defTabSz="895350">
              <a:spcBef>
                <a:spcPct val="0"/>
              </a:spcBef>
              <a:defRPr>
                <a:solidFill>
                  <a:schemeClr val="tx1"/>
                </a:solidFill>
                <a:latin typeface="Arial" panose="020B0604020202020204" pitchFamily="34" charset="0"/>
              </a:defRPr>
            </a:lvl5pPr>
            <a:lvl6pPr marL="2514600" indent="-228600" defTabSz="895350" fontAlgn="base">
              <a:spcBef>
                <a:spcPct val="0"/>
              </a:spcBef>
              <a:spcAft>
                <a:spcPct val="0"/>
              </a:spcAft>
              <a:defRPr>
                <a:solidFill>
                  <a:schemeClr val="tx1"/>
                </a:solidFill>
                <a:latin typeface="Arial" panose="020B0604020202020204" pitchFamily="34" charset="0"/>
              </a:defRPr>
            </a:lvl6pPr>
            <a:lvl7pPr marL="2971800" indent="-228600" defTabSz="895350" fontAlgn="base">
              <a:spcBef>
                <a:spcPct val="0"/>
              </a:spcBef>
              <a:spcAft>
                <a:spcPct val="0"/>
              </a:spcAft>
              <a:defRPr>
                <a:solidFill>
                  <a:schemeClr val="tx1"/>
                </a:solidFill>
                <a:latin typeface="Arial" panose="020B0604020202020204" pitchFamily="34" charset="0"/>
              </a:defRPr>
            </a:lvl7pPr>
            <a:lvl8pPr marL="3429000" indent="-228600" defTabSz="895350" fontAlgn="base">
              <a:spcBef>
                <a:spcPct val="0"/>
              </a:spcBef>
              <a:spcAft>
                <a:spcPct val="0"/>
              </a:spcAft>
              <a:defRPr>
                <a:solidFill>
                  <a:schemeClr val="tx1"/>
                </a:solidFill>
                <a:latin typeface="Arial" panose="020B0604020202020204" pitchFamily="34" charset="0"/>
              </a:defRPr>
            </a:lvl8pPr>
            <a:lvl9pPr marL="3886200" indent="-228600" defTabSz="895350" fontAlgn="base">
              <a:spcBef>
                <a:spcPct val="0"/>
              </a:spcBef>
              <a:spcAft>
                <a:spcPct val="0"/>
              </a:spcAft>
              <a:defRPr>
                <a:solidFill>
                  <a:schemeClr val="tx1"/>
                </a:solidFill>
                <a:latin typeface="Arial" panose="020B0604020202020204" pitchFamily="34" charset="0"/>
              </a:defRPr>
            </a:lvl9pPr>
          </a:lstStyle>
          <a:p>
            <a:pPr>
              <a:spcBef>
                <a:spcPct val="20000"/>
              </a:spcBef>
              <a:buClr>
                <a:srgbClr val="4E84C4"/>
              </a:buClr>
            </a:pPr>
            <a:r>
              <a:rPr lang="en-US" altLang="en-US" sz="1400" dirty="0">
                <a:solidFill>
                  <a:schemeClr val="bg1"/>
                </a:solidFill>
                <a:latin typeface="+mn-lt"/>
              </a:rPr>
              <a:t>Description</a:t>
            </a:r>
          </a:p>
        </p:txBody>
      </p:sp>
      <p:sp>
        <p:nvSpPr>
          <p:cNvPr id="867336" name="Rectangle 7"/>
          <p:cNvSpPr>
            <a:spLocks noChangeArrowheads="1"/>
          </p:cNvSpPr>
          <p:nvPr/>
        </p:nvSpPr>
        <p:spPr bwMode="auto">
          <a:xfrm>
            <a:off x="3494088" y="730250"/>
            <a:ext cx="192246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defTabSz="895350">
              <a:spcBef>
                <a:spcPct val="0"/>
              </a:spcBef>
              <a:defRPr>
                <a:solidFill>
                  <a:schemeClr val="tx1"/>
                </a:solidFill>
                <a:latin typeface="Arial" panose="020B0604020202020204" pitchFamily="34" charset="0"/>
              </a:defRPr>
            </a:lvl1pPr>
            <a:lvl2pPr marL="742950" indent="-285750" algn="l" defTabSz="895350">
              <a:spcBef>
                <a:spcPct val="0"/>
              </a:spcBef>
              <a:defRPr>
                <a:solidFill>
                  <a:schemeClr val="tx1"/>
                </a:solidFill>
                <a:latin typeface="Arial" panose="020B0604020202020204" pitchFamily="34" charset="0"/>
              </a:defRPr>
            </a:lvl2pPr>
            <a:lvl3pPr marL="1143000" indent="-228600" algn="l" defTabSz="895350">
              <a:spcBef>
                <a:spcPct val="0"/>
              </a:spcBef>
              <a:defRPr>
                <a:solidFill>
                  <a:schemeClr val="tx1"/>
                </a:solidFill>
                <a:latin typeface="Arial" panose="020B0604020202020204" pitchFamily="34" charset="0"/>
              </a:defRPr>
            </a:lvl3pPr>
            <a:lvl4pPr marL="1600200" indent="-228600" algn="l" defTabSz="895350">
              <a:spcBef>
                <a:spcPct val="0"/>
              </a:spcBef>
              <a:defRPr>
                <a:solidFill>
                  <a:schemeClr val="tx1"/>
                </a:solidFill>
                <a:latin typeface="Arial" panose="020B0604020202020204" pitchFamily="34" charset="0"/>
              </a:defRPr>
            </a:lvl4pPr>
            <a:lvl5pPr marL="2057400" indent="-228600" algn="l" defTabSz="895350">
              <a:spcBef>
                <a:spcPct val="0"/>
              </a:spcBef>
              <a:defRPr>
                <a:solidFill>
                  <a:schemeClr val="tx1"/>
                </a:solidFill>
                <a:latin typeface="Arial" panose="020B0604020202020204" pitchFamily="34" charset="0"/>
              </a:defRPr>
            </a:lvl5pPr>
            <a:lvl6pPr marL="2514600" indent="-228600" defTabSz="895350" fontAlgn="base">
              <a:spcBef>
                <a:spcPct val="0"/>
              </a:spcBef>
              <a:spcAft>
                <a:spcPct val="0"/>
              </a:spcAft>
              <a:defRPr>
                <a:solidFill>
                  <a:schemeClr val="tx1"/>
                </a:solidFill>
                <a:latin typeface="Arial" panose="020B0604020202020204" pitchFamily="34" charset="0"/>
              </a:defRPr>
            </a:lvl6pPr>
            <a:lvl7pPr marL="2971800" indent="-228600" defTabSz="895350" fontAlgn="base">
              <a:spcBef>
                <a:spcPct val="0"/>
              </a:spcBef>
              <a:spcAft>
                <a:spcPct val="0"/>
              </a:spcAft>
              <a:defRPr>
                <a:solidFill>
                  <a:schemeClr val="tx1"/>
                </a:solidFill>
                <a:latin typeface="Arial" panose="020B0604020202020204" pitchFamily="34" charset="0"/>
              </a:defRPr>
            </a:lvl7pPr>
            <a:lvl8pPr marL="3429000" indent="-228600" defTabSz="895350" fontAlgn="base">
              <a:spcBef>
                <a:spcPct val="0"/>
              </a:spcBef>
              <a:spcAft>
                <a:spcPct val="0"/>
              </a:spcAft>
              <a:defRPr>
                <a:solidFill>
                  <a:schemeClr val="tx1"/>
                </a:solidFill>
                <a:latin typeface="Arial" panose="020B0604020202020204" pitchFamily="34" charset="0"/>
              </a:defRPr>
            </a:lvl8pPr>
            <a:lvl9pPr marL="3886200" indent="-228600" defTabSz="895350" fontAlgn="base">
              <a:spcBef>
                <a:spcPct val="0"/>
              </a:spcBef>
              <a:spcAft>
                <a:spcPct val="0"/>
              </a:spcAft>
              <a:defRPr>
                <a:solidFill>
                  <a:schemeClr val="tx1"/>
                </a:solidFill>
                <a:latin typeface="Arial" panose="020B0604020202020204" pitchFamily="34" charset="0"/>
              </a:defRPr>
            </a:lvl9pPr>
          </a:lstStyle>
          <a:p>
            <a:pPr>
              <a:spcBef>
                <a:spcPct val="20000"/>
              </a:spcBef>
              <a:buClr>
                <a:srgbClr val="4E84C4"/>
              </a:buClr>
            </a:pPr>
            <a:r>
              <a:rPr lang="en-US" altLang="en-US" sz="1400">
                <a:solidFill>
                  <a:schemeClr val="bg1"/>
                </a:solidFill>
                <a:latin typeface="+mn-lt"/>
              </a:rPr>
              <a:t>Key categories retailed</a:t>
            </a:r>
          </a:p>
        </p:txBody>
      </p:sp>
      <p:sp>
        <p:nvSpPr>
          <p:cNvPr id="867337" name="Rectangle 8"/>
          <p:cNvSpPr>
            <a:spLocks noChangeArrowheads="1"/>
          </p:cNvSpPr>
          <p:nvPr/>
        </p:nvSpPr>
        <p:spPr bwMode="auto">
          <a:xfrm>
            <a:off x="5551488" y="730250"/>
            <a:ext cx="1314450"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lgn="l" defTabSz="895350">
              <a:spcBef>
                <a:spcPct val="0"/>
              </a:spcBef>
              <a:defRPr>
                <a:solidFill>
                  <a:schemeClr val="tx1"/>
                </a:solidFill>
                <a:latin typeface="Arial" panose="020B0604020202020204" pitchFamily="34" charset="0"/>
              </a:defRPr>
            </a:lvl1pPr>
            <a:lvl2pPr marL="742950" indent="-285750" algn="l" defTabSz="895350">
              <a:spcBef>
                <a:spcPct val="0"/>
              </a:spcBef>
              <a:defRPr>
                <a:solidFill>
                  <a:schemeClr val="tx1"/>
                </a:solidFill>
                <a:latin typeface="Arial" panose="020B0604020202020204" pitchFamily="34" charset="0"/>
              </a:defRPr>
            </a:lvl2pPr>
            <a:lvl3pPr marL="1143000" indent="-228600" algn="l" defTabSz="895350">
              <a:spcBef>
                <a:spcPct val="0"/>
              </a:spcBef>
              <a:defRPr>
                <a:solidFill>
                  <a:schemeClr val="tx1"/>
                </a:solidFill>
                <a:latin typeface="Arial" panose="020B0604020202020204" pitchFamily="34" charset="0"/>
              </a:defRPr>
            </a:lvl3pPr>
            <a:lvl4pPr marL="1600200" indent="-228600" algn="l" defTabSz="895350">
              <a:spcBef>
                <a:spcPct val="0"/>
              </a:spcBef>
              <a:defRPr>
                <a:solidFill>
                  <a:schemeClr val="tx1"/>
                </a:solidFill>
                <a:latin typeface="Arial" panose="020B0604020202020204" pitchFamily="34" charset="0"/>
              </a:defRPr>
            </a:lvl4pPr>
            <a:lvl5pPr marL="2057400" indent="-228600" algn="l" defTabSz="895350">
              <a:spcBef>
                <a:spcPct val="0"/>
              </a:spcBef>
              <a:defRPr>
                <a:solidFill>
                  <a:schemeClr val="tx1"/>
                </a:solidFill>
                <a:latin typeface="Arial" panose="020B0604020202020204" pitchFamily="34" charset="0"/>
              </a:defRPr>
            </a:lvl5pPr>
            <a:lvl6pPr marL="2514600" indent="-228600" defTabSz="895350" fontAlgn="base">
              <a:spcBef>
                <a:spcPct val="0"/>
              </a:spcBef>
              <a:spcAft>
                <a:spcPct val="0"/>
              </a:spcAft>
              <a:defRPr>
                <a:solidFill>
                  <a:schemeClr val="tx1"/>
                </a:solidFill>
                <a:latin typeface="Arial" panose="020B0604020202020204" pitchFamily="34" charset="0"/>
              </a:defRPr>
            </a:lvl6pPr>
            <a:lvl7pPr marL="2971800" indent="-228600" defTabSz="895350" fontAlgn="base">
              <a:spcBef>
                <a:spcPct val="0"/>
              </a:spcBef>
              <a:spcAft>
                <a:spcPct val="0"/>
              </a:spcAft>
              <a:defRPr>
                <a:solidFill>
                  <a:schemeClr val="tx1"/>
                </a:solidFill>
                <a:latin typeface="Arial" panose="020B0604020202020204" pitchFamily="34" charset="0"/>
              </a:defRPr>
            </a:lvl7pPr>
            <a:lvl8pPr marL="3429000" indent="-228600" defTabSz="895350" fontAlgn="base">
              <a:spcBef>
                <a:spcPct val="0"/>
              </a:spcBef>
              <a:spcAft>
                <a:spcPct val="0"/>
              </a:spcAft>
              <a:defRPr>
                <a:solidFill>
                  <a:schemeClr val="tx1"/>
                </a:solidFill>
                <a:latin typeface="Arial" panose="020B0604020202020204" pitchFamily="34" charset="0"/>
              </a:defRPr>
            </a:lvl8pPr>
            <a:lvl9pPr marL="3886200" indent="-228600" defTabSz="895350" fontAlgn="base">
              <a:spcBef>
                <a:spcPct val="0"/>
              </a:spcBef>
              <a:spcAft>
                <a:spcPct val="0"/>
              </a:spcAft>
              <a:defRPr>
                <a:solidFill>
                  <a:schemeClr val="tx1"/>
                </a:solidFill>
                <a:latin typeface="Arial" panose="020B0604020202020204" pitchFamily="34" charset="0"/>
              </a:defRPr>
            </a:lvl9pPr>
          </a:lstStyle>
          <a:p>
            <a:pPr>
              <a:spcBef>
                <a:spcPct val="20000"/>
              </a:spcBef>
              <a:buClr>
                <a:srgbClr val="4E84C4"/>
              </a:buClr>
            </a:pPr>
            <a:r>
              <a:rPr lang="en-US" altLang="en-US" sz="1400" dirty="0">
                <a:solidFill>
                  <a:schemeClr val="bg1"/>
                </a:solidFill>
                <a:latin typeface="+mn-lt"/>
              </a:rPr>
              <a:t>Typical size </a:t>
            </a:r>
            <a:r>
              <a:rPr lang="en-US" altLang="en-US" sz="1400" dirty="0" err="1">
                <a:solidFill>
                  <a:schemeClr val="bg1"/>
                </a:solidFill>
                <a:latin typeface="+mn-lt"/>
              </a:rPr>
              <a:t>Sq.ft</a:t>
            </a:r>
            <a:r>
              <a:rPr lang="en-US" altLang="en-US" sz="1400" b="0" dirty="0">
                <a:solidFill>
                  <a:schemeClr val="bg1"/>
                </a:solidFill>
                <a:latin typeface="+mn-lt"/>
              </a:rPr>
              <a:t>.</a:t>
            </a:r>
          </a:p>
        </p:txBody>
      </p:sp>
      <p:sp>
        <p:nvSpPr>
          <p:cNvPr id="867338" name="Rectangle 9"/>
          <p:cNvSpPr>
            <a:spLocks noChangeArrowheads="1"/>
          </p:cNvSpPr>
          <p:nvPr/>
        </p:nvSpPr>
        <p:spPr bwMode="auto">
          <a:xfrm>
            <a:off x="7010400" y="762000"/>
            <a:ext cx="1479550"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defTabSz="895350">
              <a:spcBef>
                <a:spcPct val="0"/>
              </a:spcBef>
              <a:defRPr>
                <a:solidFill>
                  <a:schemeClr val="tx1"/>
                </a:solidFill>
                <a:latin typeface="Arial" panose="020B0604020202020204" pitchFamily="34" charset="0"/>
              </a:defRPr>
            </a:lvl1pPr>
            <a:lvl2pPr marL="742950" indent="-285750" algn="l" defTabSz="895350">
              <a:spcBef>
                <a:spcPct val="0"/>
              </a:spcBef>
              <a:defRPr>
                <a:solidFill>
                  <a:schemeClr val="tx1"/>
                </a:solidFill>
                <a:latin typeface="Arial" panose="020B0604020202020204" pitchFamily="34" charset="0"/>
              </a:defRPr>
            </a:lvl2pPr>
            <a:lvl3pPr marL="1143000" indent="-228600" algn="l" defTabSz="895350">
              <a:spcBef>
                <a:spcPct val="0"/>
              </a:spcBef>
              <a:defRPr>
                <a:solidFill>
                  <a:schemeClr val="tx1"/>
                </a:solidFill>
                <a:latin typeface="Arial" panose="020B0604020202020204" pitchFamily="34" charset="0"/>
              </a:defRPr>
            </a:lvl3pPr>
            <a:lvl4pPr marL="1600200" indent="-228600" algn="l" defTabSz="895350">
              <a:spcBef>
                <a:spcPct val="0"/>
              </a:spcBef>
              <a:defRPr>
                <a:solidFill>
                  <a:schemeClr val="tx1"/>
                </a:solidFill>
                <a:latin typeface="Arial" panose="020B0604020202020204" pitchFamily="34" charset="0"/>
              </a:defRPr>
            </a:lvl4pPr>
            <a:lvl5pPr marL="2057400" indent="-228600" algn="l" defTabSz="895350">
              <a:spcBef>
                <a:spcPct val="0"/>
              </a:spcBef>
              <a:defRPr>
                <a:solidFill>
                  <a:schemeClr val="tx1"/>
                </a:solidFill>
                <a:latin typeface="Arial" panose="020B0604020202020204" pitchFamily="34" charset="0"/>
              </a:defRPr>
            </a:lvl5pPr>
            <a:lvl6pPr marL="2514600" indent="-228600" defTabSz="895350" fontAlgn="base">
              <a:spcBef>
                <a:spcPct val="0"/>
              </a:spcBef>
              <a:spcAft>
                <a:spcPct val="0"/>
              </a:spcAft>
              <a:defRPr>
                <a:solidFill>
                  <a:schemeClr val="tx1"/>
                </a:solidFill>
                <a:latin typeface="Arial" panose="020B0604020202020204" pitchFamily="34" charset="0"/>
              </a:defRPr>
            </a:lvl6pPr>
            <a:lvl7pPr marL="2971800" indent="-228600" defTabSz="895350" fontAlgn="base">
              <a:spcBef>
                <a:spcPct val="0"/>
              </a:spcBef>
              <a:spcAft>
                <a:spcPct val="0"/>
              </a:spcAft>
              <a:defRPr>
                <a:solidFill>
                  <a:schemeClr val="tx1"/>
                </a:solidFill>
                <a:latin typeface="Arial" panose="020B0604020202020204" pitchFamily="34" charset="0"/>
              </a:defRPr>
            </a:lvl7pPr>
            <a:lvl8pPr marL="3429000" indent="-228600" defTabSz="895350" fontAlgn="base">
              <a:spcBef>
                <a:spcPct val="0"/>
              </a:spcBef>
              <a:spcAft>
                <a:spcPct val="0"/>
              </a:spcAft>
              <a:defRPr>
                <a:solidFill>
                  <a:schemeClr val="tx1"/>
                </a:solidFill>
                <a:latin typeface="Arial" panose="020B0604020202020204" pitchFamily="34" charset="0"/>
              </a:defRPr>
            </a:lvl8pPr>
            <a:lvl9pPr marL="3886200" indent="-228600" defTabSz="895350" fontAlgn="base">
              <a:spcBef>
                <a:spcPct val="0"/>
              </a:spcBef>
              <a:spcAft>
                <a:spcPct val="0"/>
              </a:spcAft>
              <a:defRPr>
                <a:solidFill>
                  <a:schemeClr val="tx1"/>
                </a:solidFill>
                <a:latin typeface="Arial" panose="020B0604020202020204" pitchFamily="34" charset="0"/>
              </a:defRPr>
            </a:lvl9pPr>
          </a:lstStyle>
          <a:p>
            <a:pPr>
              <a:spcBef>
                <a:spcPct val="20000"/>
              </a:spcBef>
              <a:buClr>
                <a:srgbClr val="4E84C4"/>
              </a:buClr>
            </a:pPr>
            <a:r>
              <a:rPr lang="en-US" altLang="en-US" sz="1400">
                <a:solidFill>
                  <a:schemeClr val="bg1"/>
                </a:solidFill>
                <a:latin typeface="+mn-lt"/>
              </a:rPr>
              <a:t>Example</a:t>
            </a:r>
          </a:p>
        </p:txBody>
      </p:sp>
      <p:sp>
        <p:nvSpPr>
          <p:cNvPr id="867339" name="Line 10"/>
          <p:cNvSpPr>
            <a:spLocks noChangeShapeType="1"/>
          </p:cNvSpPr>
          <p:nvPr/>
        </p:nvSpPr>
        <p:spPr bwMode="auto">
          <a:xfrm>
            <a:off x="177800" y="1219200"/>
            <a:ext cx="120808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400">
              <a:solidFill>
                <a:schemeClr val="bg1"/>
              </a:solidFill>
            </a:endParaRPr>
          </a:p>
        </p:txBody>
      </p:sp>
      <p:sp>
        <p:nvSpPr>
          <p:cNvPr id="867340" name="Line 11"/>
          <p:cNvSpPr>
            <a:spLocks noChangeShapeType="1"/>
          </p:cNvSpPr>
          <p:nvPr/>
        </p:nvSpPr>
        <p:spPr bwMode="auto">
          <a:xfrm>
            <a:off x="1555750" y="1219200"/>
            <a:ext cx="180498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400">
              <a:solidFill>
                <a:schemeClr val="bg1"/>
              </a:solidFill>
            </a:endParaRPr>
          </a:p>
        </p:txBody>
      </p:sp>
      <p:sp>
        <p:nvSpPr>
          <p:cNvPr id="867341" name="Line 12"/>
          <p:cNvSpPr>
            <a:spLocks noChangeShapeType="1"/>
          </p:cNvSpPr>
          <p:nvPr/>
        </p:nvSpPr>
        <p:spPr bwMode="auto">
          <a:xfrm>
            <a:off x="3503613" y="1219200"/>
            <a:ext cx="183038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400">
              <a:solidFill>
                <a:schemeClr val="bg1"/>
              </a:solidFill>
            </a:endParaRPr>
          </a:p>
        </p:txBody>
      </p:sp>
      <p:sp>
        <p:nvSpPr>
          <p:cNvPr id="867342" name="Line 13"/>
          <p:cNvSpPr>
            <a:spLocks noChangeShapeType="1"/>
          </p:cNvSpPr>
          <p:nvPr/>
        </p:nvSpPr>
        <p:spPr bwMode="auto">
          <a:xfrm>
            <a:off x="5549900" y="1219200"/>
            <a:ext cx="12096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400">
              <a:solidFill>
                <a:schemeClr val="bg1"/>
              </a:solidFill>
            </a:endParaRPr>
          </a:p>
        </p:txBody>
      </p:sp>
      <p:sp>
        <p:nvSpPr>
          <p:cNvPr id="867343" name="Line 14"/>
          <p:cNvSpPr>
            <a:spLocks noChangeShapeType="1"/>
          </p:cNvSpPr>
          <p:nvPr/>
        </p:nvSpPr>
        <p:spPr bwMode="auto">
          <a:xfrm>
            <a:off x="6965950" y="1219200"/>
            <a:ext cx="20256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400">
              <a:solidFill>
                <a:schemeClr val="bg1"/>
              </a:solidFill>
            </a:endParaRPr>
          </a:p>
        </p:txBody>
      </p:sp>
      <p:grpSp>
        <p:nvGrpSpPr>
          <p:cNvPr id="867344" name="Group 15"/>
          <p:cNvGrpSpPr>
            <a:grpSpLocks/>
          </p:cNvGrpSpPr>
          <p:nvPr>
            <p:custDataLst>
              <p:tags r:id="rId5"/>
            </p:custDataLst>
          </p:nvPr>
        </p:nvGrpSpPr>
        <p:grpSpPr bwMode="auto">
          <a:xfrm>
            <a:off x="68263" y="1400175"/>
            <a:ext cx="1417637" cy="841375"/>
            <a:chOff x="1240" y="1968"/>
            <a:chExt cx="960" cy="960"/>
          </a:xfrm>
        </p:grpSpPr>
        <p:sp>
          <p:nvSpPr>
            <p:cNvPr id="213008" name="Rectangle 16"/>
            <p:cNvSpPr>
              <a:spLocks noChangeArrowheads="1"/>
            </p:cNvSpPr>
            <p:nvPr>
              <p:custDataLst>
                <p:tags r:id="rId18"/>
              </p:custDataLst>
            </p:nvPr>
          </p:nvSpPr>
          <p:spPr bwMode="auto">
            <a:xfrm>
              <a:off x="1240" y="1968"/>
              <a:ext cx="960" cy="960"/>
            </a:xfrm>
            <a:prstGeom prst="rect">
              <a:avLst/>
            </a:prstGeom>
            <a:solidFill>
              <a:srgbClr val="FFCC00"/>
            </a:solidFill>
            <a:ln w="12700" algn="ctr">
              <a:noFill/>
              <a:miter lim="800000"/>
              <a:headEnd/>
              <a:tailEnd/>
            </a:ln>
            <a:effectLst>
              <a:outerShdw dist="35921" dir="2700000" algn="ctr" rotWithShape="0">
                <a:schemeClr val="bg2"/>
              </a:outerShdw>
            </a:effectLst>
          </p:spPr>
          <p:txBody>
            <a:bodyPr anchor="ctr"/>
            <a:lstStyle/>
            <a:p>
              <a:pPr algn="l">
                <a:spcBef>
                  <a:spcPct val="0"/>
                </a:spcBef>
                <a:defRPr/>
              </a:pPr>
              <a:endParaRPr lang="en-US" sz="1800" b="0">
                <a:solidFill>
                  <a:schemeClr val="tx1"/>
                </a:solidFill>
                <a:latin typeface="Arial" charset="0"/>
              </a:endParaRPr>
            </a:p>
          </p:txBody>
        </p:sp>
        <p:sp>
          <p:nvSpPr>
            <p:cNvPr id="213009" name="Rectangle 17"/>
            <p:cNvSpPr>
              <a:spLocks noChangeArrowheads="1"/>
            </p:cNvSpPr>
            <p:nvPr>
              <p:custDataLst>
                <p:tags r:id="rId19"/>
              </p:custDataLst>
            </p:nvPr>
          </p:nvSpPr>
          <p:spPr bwMode="auto">
            <a:xfrm>
              <a:off x="1240" y="1968"/>
              <a:ext cx="960" cy="960"/>
            </a:xfrm>
            <a:prstGeom prst="rect">
              <a:avLst/>
            </a:prstGeom>
            <a:solidFill>
              <a:srgbClr val="FFCC00"/>
            </a:solidFill>
            <a:ln w="12700" algn="ctr">
              <a:noFill/>
              <a:miter lim="800000"/>
              <a:headEnd/>
              <a:tailEnd/>
            </a:ln>
            <a:effectLst>
              <a:outerShdw dist="35921" dir="2700000" algn="ctr" rotWithShape="0">
                <a:schemeClr val="bg2"/>
              </a:outerShdw>
            </a:effectLst>
          </p:spPr>
          <p:txBody>
            <a:bodyPr anchor="ctr"/>
            <a:lstStyle/>
            <a:p>
              <a:pPr algn="l">
                <a:spcBef>
                  <a:spcPct val="0"/>
                </a:spcBef>
                <a:defRPr/>
              </a:pPr>
              <a:r>
                <a:rPr lang="en-US" sz="1400">
                  <a:latin typeface="Arial" charset="0"/>
                </a:rPr>
                <a:t>Hyper markets</a:t>
              </a:r>
            </a:p>
          </p:txBody>
        </p:sp>
      </p:grpSp>
      <p:sp>
        <p:nvSpPr>
          <p:cNvPr id="867347" name="Rectangle 18"/>
          <p:cNvSpPr>
            <a:spLocks noChangeArrowheads="1"/>
          </p:cNvSpPr>
          <p:nvPr/>
        </p:nvSpPr>
        <p:spPr bwMode="auto">
          <a:xfrm>
            <a:off x="1543050" y="1219200"/>
            <a:ext cx="1804988"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lgn="l" defTabSz="895350">
              <a:spcBef>
                <a:spcPct val="0"/>
              </a:spcBef>
              <a:defRPr>
                <a:solidFill>
                  <a:schemeClr val="tx1"/>
                </a:solidFill>
                <a:latin typeface="Arial" panose="020B0604020202020204" pitchFamily="34" charset="0"/>
              </a:defRPr>
            </a:lvl1pPr>
            <a:lvl2pPr marL="144463" indent="-142875" algn="l" defTabSz="895350">
              <a:spcBef>
                <a:spcPct val="0"/>
              </a:spcBef>
              <a:defRPr>
                <a:solidFill>
                  <a:schemeClr val="tx1"/>
                </a:solidFill>
                <a:latin typeface="Arial" panose="020B0604020202020204" pitchFamily="34" charset="0"/>
              </a:defRPr>
            </a:lvl2pPr>
            <a:lvl3pPr marL="1143000" indent="-228600" algn="l" defTabSz="895350">
              <a:spcBef>
                <a:spcPct val="0"/>
              </a:spcBef>
              <a:defRPr>
                <a:solidFill>
                  <a:schemeClr val="tx1"/>
                </a:solidFill>
                <a:latin typeface="Arial" panose="020B0604020202020204" pitchFamily="34" charset="0"/>
              </a:defRPr>
            </a:lvl3pPr>
            <a:lvl4pPr marL="1600200" indent="-228600" algn="l" defTabSz="895350">
              <a:spcBef>
                <a:spcPct val="0"/>
              </a:spcBef>
              <a:defRPr>
                <a:solidFill>
                  <a:schemeClr val="tx1"/>
                </a:solidFill>
                <a:latin typeface="Arial" panose="020B0604020202020204" pitchFamily="34" charset="0"/>
              </a:defRPr>
            </a:lvl4pPr>
            <a:lvl5pPr marL="2057400" indent="-228600" algn="l" defTabSz="895350">
              <a:spcBef>
                <a:spcPct val="0"/>
              </a:spcBef>
              <a:defRPr>
                <a:solidFill>
                  <a:schemeClr val="tx1"/>
                </a:solidFill>
                <a:latin typeface="Arial" panose="020B0604020202020204" pitchFamily="34" charset="0"/>
              </a:defRPr>
            </a:lvl5pPr>
            <a:lvl6pPr marL="2514600" indent="-228600" defTabSz="895350" fontAlgn="base">
              <a:spcBef>
                <a:spcPct val="0"/>
              </a:spcBef>
              <a:spcAft>
                <a:spcPct val="0"/>
              </a:spcAft>
              <a:defRPr>
                <a:solidFill>
                  <a:schemeClr val="tx1"/>
                </a:solidFill>
                <a:latin typeface="Arial" panose="020B0604020202020204" pitchFamily="34" charset="0"/>
              </a:defRPr>
            </a:lvl6pPr>
            <a:lvl7pPr marL="2971800" indent="-228600" defTabSz="895350" fontAlgn="base">
              <a:spcBef>
                <a:spcPct val="0"/>
              </a:spcBef>
              <a:spcAft>
                <a:spcPct val="0"/>
              </a:spcAft>
              <a:defRPr>
                <a:solidFill>
                  <a:schemeClr val="tx1"/>
                </a:solidFill>
                <a:latin typeface="Arial" panose="020B0604020202020204" pitchFamily="34" charset="0"/>
              </a:defRPr>
            </a:lvl7pPr>
            <a:lvl8pPr marL="3429000" indent="-228600" defTabSz="895350" fontAlgn="base">
              <a:spcBef>
                <a:spcPct val="0"/>
              </a:spcBef>
              <a:spcAft>
                <a:spcPct val="0"/>
              </a:spcAft>
              <a:defRPr>
                <a:solidFill>
                  <a:schemeClr val="tx1"/>
                </a:solidFill>
                <a:latin typeface="Arial" panose="020B0604020202020204" pitchFamily="34" charset="0"/>
              </a:defRPr>
            </a:lvl8pPr>
            <a:lvl9pPr marL="3886200" indent="-228600" defTabSz="895350" fontAlgn="base">
              <a:spcBef>
                <a:spcPct val="0"/>
              </a:spcBef>
              <a:spcAft>
                <a:spcPct val="0"/>
              </a:spcAft>
              <a:defRPr>
                <a:solidFill>
                  <a:schemeClr val="tx1"/>
                </a:solidFill>
                <a:latin typeface="Arial" panose="020B0604020202020204" pitchFamily="34" charset="0"/>
              </a:defRPr>
            </a:lvl9pPr>
          </a:lstStyle>
          <a:p>
            <a:pPr lvl="1">
              <a:spcBef>
                <a:spcPct val="20000"/>
              </a:spcBef>
              <a:buClr>
                <a:srgbClr val="4E84C4"/>
              </a:buClr>
            </a:pPr>
            <a:r>
              <a:rPr lang="en-US" altLang="en-US" sz="1000" b="0" dirty="0"/>
              <a:t>    A large superstore, combining a supermarket and departmental store, offering full lines of grocery and general merchandise all under one roof</a:t>
            </a:r>
          </a:p>
        </p:txBody>
      </p:sp>
      <p:sp>
        <p:nvSpPr>
          <p:cNvPr id="867348" name="Rectangle 19"/>
          <p:cNvSpPr>
            <a:spLocks noChangeArrowheads="1"/>
          </p:cNvSpPr>
          <p:nvPr/>
        </p:nvSpPr>
        <p:spPr bwMode="auto">
          <a:xfrm>
            <a:off x="3494088" y="1390650"/>
            <a:ext cx="18748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lgn="l" defTabSz="895350">
              <a:spcBef>
                <a:spcPct val="0"/>
              </a:spcBef>
              <a:defRPr>
                <a:solidFill>
                  <a:schemeClr val="tx1"/>
                </a:solidFill>
                <a:latin typeface="Arial" panose="020B0604020202020204" pitchFamily="34" charset="0"/>
              </a:defRPr>
            </a:lvl1pPr>
            <a:lvl2pPr marL="144463" indent="-142875" algn="l" defTabSz="895350">
              <a:spcBef>
                <a:spcPct val="0"/>
              </a:spcBef>
              <a:defRPr>
                <a:solidFill>
                  <a:schemeClr val="tx1"/>
                </a:solidFill>
                <a:latin typeface="Arial" panose="020B0604020202020204" pitchFamily="34" charset="0"/>
              </a:defRPr>
            </a:lvl2pPr>
            <a:lvl3pPr marL="1143000" indent="-228600" algn="l" defTabSz="895350">
              <a:spcBef>
                <a:spcPct val="0"/>
              </a:spcBef>
              <a:defRPr>
                <a:solidFill>
                  <a:schemeClr val="tx1"/>
                </a:solidFill>
                <a:latin typeface="Arial" panose="020B0604020202020204" pitchFamily="34" charset="0"/>
              </a:defRPr>
            </a:lvl3pPr>
            <a:lvl4pPr marL="1600200" indent="-228600" algn="l" defTabSz="895350">
              <a:spcBef>
                <a:spcPct val="0"/>
              </a:spcBef>
              <a:defRPr>
                <a:solidFill>
                  <a:schemeClr val="tx1"/>
                </a:solidFill>
                <a:latin typeface="Arial" panose="020B0604020202020204" pitchFamily="34" charset="0"/>
              </a:defRPr>
            </a:lvl4pPr>
            <a:lvl5pPr marL="2057400" indent="-228600" algn="l" defTabSz="895350">
              <a:spcBef>
                <a:spcPct val="0"/>
              </a:spcBef>
              <a:defRPr>
                <a:solidFill>
                  <a:schemeClr val="tx1"/>
                </a:solidFill>
                <a:latin typeface="Arial" panose="020B0604020202020204" pitchFamily="34" charset="0"/>
              </a:defRPr>
            </a:lvl5pPr>
            <a:lvl6pPr marL="2514600" indent="-228600" defTabSz="895350" fontAlgn="base">
              <a:spcBef>
                <a:spcPct val="0"/>
              </a:spcBef>
              <a:spcAft>
                <a:spcPct val="0"/>
              </a:spcAft>
              <a:defRPr>
                <a:solidFill>
                  <a:schemeClr val="tx1"/>
                </a:solidFill>
                <a:latin typeface="Arial" panose="020B0604020202020204" pitchFamily="34" charset="0"/>
              </a:defRPr>
            </a:lvl6pPr>
            <a:lvl7pPr marL="2971800" indent="-228600" defTabSz="895350" fontAlgn="base">
              <a:spcBef>
                <a:spcPct val="0"/>
              </a:spcBef>
              <a:spcAft>
                <a:spcPct val="0"/>
              </a:spcAft>
              <a:defRPr>
                <a:solidFill>
                  <a:schemeClr val="tx1"/>
                </a:solidFill>
                <a:latin typeface="Arial" panose="020B0604020202020204" pitchFamily="34" charset="0"/>
              </a:defRPr>
            </a:lvl7pPr>
            <a:lvl8pPr marL="3429000" indent="-228600" defTabSz="895350" fontAlgn="base">
              <a:spcBef>
                <a:spcPct val="0"/>
              </a:spcBef>
              <a:spcAft>
                <a:spcPct val="0"/>
              </a:spcAft>
              <a:defRPr>
                <a:solidFill>
                  <a:schemeClr val="tx1"/>
                </a:solidFill>
                <a:latin typeface="Arial" panose="020B0604020202020204" pitchFamily="34" charset="0"/>
              </a:defRPr>
            </a:lvl8pPr>
            <a:lvl9pPr marL="3886200" indent="-228600" defTabSz="895350" fontAlgn="base">
              <a:spcBef>
                <a:spcPct val="0"/>
              </a:spcBef>
              <a:spcAft>
                <a:spcPct val="0"/>
              </a:spcAft>
              <a:defRPr>
                <a:solidFill>
                  <a:schemeClr val="tx1"/>
                </a:solidFill>
                <a:latin typeface="Arial" panose="020B0604020202020204" pitchFamily="34" charset="0"/>
              </a:defRPr>
            </a:lvl9pPr>
          </a:lstStyle>
          <a:p>
            <a:pPr lvl="1">
              <a:spcBef>
                <a:spcPct val="20000"/>
              </a:spcBef>
              <a:buClr>
                <a:srgbClr val="4E84C4"/>
              </a:buClr>
            </a:pPr>
            <a:r>
              <a:rPr lang="en-US" altLang="en-US" sz="1000" b="0" dirty="0"/>
              <a:t>    Food, groceries, apparel, furnishings, consumer durables</a:t>
            </a:r>
          </a:p>
        </p:txBody>
      </p:sp>
      <p:sp>
        <p:nvSpPr>
          <p:cNvPr id="867349" name="Rectangle 20"/>
          <p:cNvSpPr>
            <a:spLocks noChangeArrowheads="1"/>
          </p:cNvSpPr>
          <p:nvPr/>
        </p:nvSpPr>
        <p:spPr bwMode="auto">
          <a:xfrm>
            <a:off x="5586413" y="1390650"/>
            <a:ext cx="114617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defTabSz="895350">
              <a:spcBef>
                <a:spcPct val="0"/>
              </a:spcBef>
              <a:defRPr>
                <a:solidFill>
                  <a:schemeClr val="tx1"/>
                </a:solidFill>
                <a:latin typeface="Arial" panose="020B0604020202020204" pitchFamily="34" charset="0"/>
              </a:defRPr>
            </a:lvl1pPr>
            <a:lvl2pPr marL="742950" indent="-285750" algn="l" defTabSz="895350">
              <a:spcBef>
                <a:spcPct val="0"/>
              </a:spcBef>
              <a:defRPr>
                <a:solidFill>
                  <a:schemeClr val="tx1"/>
                </a:solidFill>
                <a:latin typeface="Arial" panose="020B0604020202020204" pitchFamily="34" charset="0"/>
              </a:defRPr>
            </a:lvl2pPr>
            <a:lvl3pPr marL="1143000" indent="-228600" algn="l" defTabSz="895350">
              <a:spcBef>
                <a:spcPct val="0"/>
              </a:spcBef>
              <a:defRPr>
                <a:solidFill>
                  <a:schemeClr val="tx1"/>
                </a:solidFill>
                <a:latin typeface="Arial" panose="020B0604020202020204" pitchFamily="34" charset="0"/>
              </a:defRPr>
            </a:lvl3pPr>
            <a:lvl4pPr marL="1600200" indent="-228600" algn="l" defTabSz="895350">
              <a:spcBef>
                <a:spcPct val="0"/>
              </a:spcBef>
              <a:defRPr>
                <a:solidFill>
                  <a:schemeClr val="tx1"/>
                </a:solidFill>
                <a:latin typeface="Arial" panose="020B0604020202020204" pitchFamily="34" charset="0"/>
              </a:defRPr>
            </a:lvl4pPr>
            <a:lvl5pPr marL="2057400" indent="-228600" algn="l" defTabSz="895350">
              <a:spcBef>
                <a:spcPct val="0"/>
              </a:spcBef>
              <a:defRPr>
                <a:solidFill>
                  <a:schemeClr val="tx1"/>
                </a:solidFill>
                <a:latin typeface="Arial" panose="020B0604020202020204" pitchFamily="34" charset="0"/>
              </a:defRPr>
            </a:lvl5pPr>
            <a:lvl6pPr marL="2514600" indent="-228600" defTabSz="895350" fontAlgn="base">
              <a:spcBef>
                <a:spcPct val="0"/>
              </a:spcBef>
              <a:spcAft>
                <a:spcPct val="0"/>
              </a:spcAft>
              <a:defRPr>
                <a:solidFill>
                  <a:schemeClr val="tx1"/>
                </a:solidFill>
                <a:latin typeface="Arial" panose="020B0604020202020204" pitchFamily="34" charset="0"/>
              </a:defRPr>
            </a:lvl6pPr>
            <a:lvl7pPr marL="2971800" indent="-228600" defTabSz="895350" fontAlgn="base">
              <a:spcBef>
                <a:spcPct val="0"/>
              </a:spcBef>
              <a:spcAft>
                <a:spcPct val="0"/>
              </a:spcAft>
              <a:defRPr>
                <a:solidFill>
                  <a:schemeClr val="tx1"/>
                </a:solidFill>
                <a:latin typeface="Arial" panose="020B0604020202020204" pitchFamily="34" charset="0"/>
              </a:defRPr>
            </a:lvl7pPr>
            <a:lvl8pPr marL="3429000" indent="-228600" defTabSz="895350" fontAlgn="base">
              <a:spcBef>
                <a:spcPct val="0"/>
              </a:spcBef>
              <a:spcAft>
                <a:spcPct val="0"/>
              </a:spcAft>
              <a:defRPr>
                <a:solidFill>
                  <a:schemeClr val="tx1"/>
                </a:solidFill>
                <a:latin typeface="Arial" panose="020B0604020202020204" pitchFamily="34" charset="0"/>
              </a:defRPr>
            </a:lvl8pPr>
            <a:lvl9pPr marL="3886200" indent="-228600" defTabSz="895350" fontAlgn="base">
              <a:spcBef>
                <a:spcPct val="0"/>
              </a:spcBef>
              <a:spcAft>
                <a:spcPct val="0"/>
              </a:spcAft>
              <a:defRPr>
                <a:solidFill>
                  <a:schemeClr val="tx1"/>
                </a:solidFill>
                <a:latin typeface="Arial" panose="020B0604020202020204" pitchFamily="34" charset="0"/>
              </a:defRPr>
            </a:lvl9pPr>
          </a:lstStyle>
          <a:p>
            <a:pPr>
              <a:spcBef>
                <a:spcPct val="20000"/>
              </a:spcBef>
              <a:buClr>
                <a:srgbClr val="4E84C4"/>
              </a:buClr>
            </a:pPr>
            <a:r>
              <a:rPr lang="en-US" altLang="en-US" sz="1000" b="0"/>
              <a:t>15,000-100,000</a:t>
            </a:r>
          </a:p>
        </p:txBody>
      </p:sp>
      <p:sp>
        <p:nvSpPr>
          <p:cNvPr id="867350" name="Rectangle 21"/>
          <p:cNvSpPr>
            <a:spLocks noChangeArrowheads="1"/>
          </p:cNvSpPr>
          <p:nvPr/>
        </p:nvSpPr>
        <p:spPr bwMode="auto">
          <a:xfrm>
            <a:off x="6916738" y="1390650"/>
            <a:ext cx="19891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lgn="l" defTabSz="895350">
              <a:spcBef>
                <a:spcPct val="0"/>
              </a:spcBef>
              <a:defRPr>
                <a:solidFill>
                  <a:schemeClr val="tx1"/>
                </a:solidFill>
                <a:latin typeface="Arial" panose="020B0604020202020204" pitchFamily="34" charset="0"/>
              </a:defRPr>
            </a:lvl1pPr>
            <a:lvl2pPr marL="144463" indent="-142875" algn="l" defTabSz="895350">
              <a:spcBef>
                <a:spcPct val="0"/>
              </a:spcBef>
              <a:defRPr>
                <a:solidFill>
                  <a:schemeClr val="tx1"/>
                </a:solidFill>
                <a:latin typeface="Arial" panose="020B0604020202020204" pitchFamily="34" charset="0"/>
              </a:defRPr>
            </a:lvl2pPr>
            <a:lvl3pPr marL="1143000" indent="-228600" algn="l" defTabSz="895350">
              <a:spcBef>
                <a:spcPct val="0"/>
              </a:spcBef>
              <a:defRPr>
                <a:solidFill>
                  <a:schemeClr val="tx1"/>
                </a:solidFill>
                <a:latin typeface="Arial" panose="020B0604020202020204" pitchFamily="34" charset="0"/>
              </a:defRPr>
            </a:lvl3pPr>
            <a:lvl4pPr marL="1600200" indent="-228600" algn="l" defTabSz="895350">
              <a:spcBef>
                <a:spcPct val="0"/>
              </a:spcBef>
              <a:defRPr>
                <a:solidFill>
                  <a:schemeClr val="tx1"/>
                </a:solidFill>
                <a:latin typeface="Arial" panose="020B0604020202020204" pitchFamily="34" charset="0"/>
              </a:defRPr>
            </a:lvl4pPr>
            <a:lvl5pPr marL="2057400" indent="-228600" algn="l" defTabSz="895350">
              <a:spcBef>
                <a:spcPct val="0"/>
              </a:spcBef>
              <a:defRPr>
                <a:solidFill>
                  <a:schemeClr val="tx1"/>
                </a:solidFill>
                <a:latin typeface="Arial" panose="020B0604020202020204" pitchFamily="34" charset="0"/>
              </a:defRPr>
            </a:lvl5pPr>
            <a:lvl6pPr marL="2514600" indent="-228600" defTabSz="895350" fontAlgn="base">
              <a:spcBef>
                <a:spcPct val="0"/>
              </a:spcBef>
              <a:spcAft>
                <a:spcPct val="0"/>
              </a:spcAft>
              <a:defRPr>
                <a:solidFill>
                  <a:schemeClr val="tx1"/>
                </a:solidFill>
                <a:latin typeface="Arial" panose="020B0604020202020204" pitchFamily="34" charset="0"/>
              </a:defRPr>
            </a:lvl6pPr>
            <a:lvl7pPr marL="2971800" indent="-228600" defTabSz="895350" fontAlgn="base">
              <a:spcBef>
                <a:spcPct val="0"/>
              </a:spcBef>
              <a:spcAft>
                <a:spcPct val="0"/>
              </a:spcAft>
              <a:defRPr>
                <a:solidFill>
                  <a:schemeClr val="tx1"/>
                </a:solidFill>
                <a:latin typeface="Arial" panose="020B0604020202020204" pitchFamily="34" charset="0"/>
              </a:defRPr>
            </a:lvl7pPr>
            <a:lvl8pPr marL="3429000" indent="-228600" defTabSz="895350" fontAlgn="base">
              <a:spcBef>
                <a:spcPct val="0"/>
              </a:spcBef>
              <a:spcAft>
                <a:spcPct val="0"/>
              </a:spcAft>
              <a:defRPr>
                <a:solidFill>
                  <a:schemeClr val="tx1"/>
                </a:solidFill>
                <a:latin typeface="Arial" panose="020B0604020202020204" pitchFamily="34" charset="0"/>
              </a:defRPr>
            </a:lvl8pPr>
            <a:lvl9pPr marL="3886200" indent="-228600" defTabSz="895350" fontAlgn="base">
              <a:spcBef>
                <a:spcPct val="0"/>
              </a:spcBef>
              <a:spcAft>
                <a:spcPct val="0"/>
              </a:spcAft>
              <a:defRPr>
                <a:solidFill>
                  <a:schemeClr val="tx1"/>
                </a:solidFill>
                <a:latin typeface="Arial" panose="020B0604020202020204" pitchFamily="34" charset="0"/>
              </a:defRPr>
            </a:lvl9pPr>
          </a:lstStyle>
          <a:p>
            <a:pPr lvl="1">
              <a:spcBef>
                <a:spcPct val="20000"/>
              </a:spcBef>
              <a:buClr>
                <a:srgbClr val="4E84C4"/>
              </a:buClr>
            </a:pPr>
            <a:r>
              <a:rPr lang="en-US" altLang="en-US" sz="1000" b="0" dirty="0"/>
              <a:t>    Big Bazaar, </a:t>
            </a:r>
            <a:r>
              <a:rPr lang="en-US" altLang="en-US" sz="1000" b="0" dirty="0" err="1"/>
              <a:t>Hypercity</a:t>
            </a:r>
            <a:r>
              <a:rPr lang="en-US" altLang="en-US" sz="1000" b="0" dirty="0"/>
              <a:t>, Spencer, Star India Bazaar, Vishal </a:t>
            </a:r>
            <a:r>
              <a:rPr lang="en-US" altLang="en-US" sz="1000" b="0" dirty="0" err="1"/>
              <a:t>Megamart</a:t>
            </a:r>
            <a:endParaRPr lang="en-US" altLang="en-US" sz="1000" b="0" dirty="0"/>
          </a:p>
        </p:txBody>
      </p:sp>
      <p:grpSp>
        <p:nvGrpSpPr>
          <p:cNvPr id="867351" name="Group 22"/>
          <p:cNvGrpSpPr>
            <a:grpSpLocks/>
          </p:cNvGrpSpPr>
          <p:nvPr>
            <p:custDataLst>
              <p:tags r:id="rId6"/>
            </p:custDataLst>
          </p:nvPr>
        </p:nvGrpSpPr>
        <p:grpSpPr bwMode="auto">
          <a:xfrm>
            <a:off x="76200" y="2652713"/>
            <a:ext cx="1417638" cy="841375"/>
            <a:chOff x="1240" y="1968"/>
            <a:chExt cx="960" cy="960"/>
          </a:xfrm>
        </p:grpSpPr>
        <p:sp>
          <p:nvSpPr>
            <p:cNvPr id="213015" name="Rectangle 23"/>
            <p:cNvSpPr>
              <a:spLocks noChangeArrowheads="1"/>
            </p:cNvSpPr>
            <p:nvPr>
              <p:custDataLst>
                <p:tags r:id="rId16"/>
              </p:custDataLst>
            </p:nvPr>
          </p:nvSpPr>
          <p:spPr bwMode="auto">
            <a:xfrm>
              <a:off x="1240" y="1968"/>
              <a:ext cx="960" cy="960"/>
            </a:xfrm>
            <a:prstGeom prst="rect">
              <a:avLst/>
            </a:prstGeom>
            <a:solidFill>
              <a:srgbClr val="FFCC00"/>
            </a:solidFill>
            <a:ln w="12700" algn="ctr">
              <a:noFill/>
              <a:miter lim="800000"/>
              <a:headEnd/>
              <a:tailEnd/>
            </a:ln>
            <a:effectLst>
              <a:outerShdw dist="35921" dir="2700000" algn="ctr" rotWithShape="0">
                <a:schemeClr val="bg2"/>
              </a:outerShdw>
            </a:effectLst>
          </p:spPr>
          <p:txBody>
            <a:bodyPr anchor="ctr"/>
            <a:lstStyle/>
            <a:p>
              <a:pPr algn="l">
                <a:spcBef>
                  <a:spcPct val="0"/>
                </a:spcBef>
                <a:defRPr/>
              </a:pPr>
              <a:endParaRPr lang="en-US" sz="1800" b="0">
                <a:solidFill>
                  <a:schemeClr val="tx1"/>
                </a:solidFill>
                <a:latin typeface="Arial" charset="0"/>
              </a:endParaRPr>
            </a:p>
          </p:txBody>
        </p:sp>
        <p:sp>
          <p:nvSpPr>
            <p:cNvPr id="213016" name="Rectangle 24"/>
            <p:cNvSpPr>
              <a:spLocks noChangeArrowheads="1"/>
            </p:cNvSpPr>
            <p:nvPr>
              <p:custDataLst>
                <p:tags r:id="rId17"/>
              </p:custDataLst>
            </p:nvPr>
          </p:nvSpPr>
          <p:spPr bwMode="auto">
            <a:xfrm>
              <a:off x="1240" y="1968"/>
              <a:ext cx="960" cy="960"/>
            </a:xfrm>
            <a:prstGeom prst="rect">
              <a:avLst/>
            </a:prstGeom>
            <a:solidFill>
              <a:srgbClr val="FFCC00"/>
            </a:solidFill>
            <a:ln w="12700" algn="ctr">
              <a:noFill/>
              <a:miter lim="800000"/>
              <a:headEnd/>
              <a:tailEnd/>
            </a:ln>
            <a:effectLst>
              <a:outerShdw dist="35921" dir="2700000" algn="ctr" rotWithShape="0">
                <a:schemeClr val="bg2"/>
              </a:outerShdw>
            </a:effectLst>
          </p:spPr>
          <p:txBody>
            <a:bodyPr anchor="ctr"/>
            <a:lstStyle/>
            <a:p>
              <a:pPr algn="l">
                <a:spcBef>
                  <a:spcPct val="0"/>
                </a:spcBef>
                <a:defRPr/>
              </a:pPr>
              <a:r>
                <a:rPr lang="en-US" sz="1400">
                  <a:latin typeface="Arial" charset="0"/>
                </a:rPr>
                <a:t>Super markets</a:t>
              </a:r>
            </a:p>
          </p:txBody>
        </p:sp>
      </p:grpSp>
      <p:sp>
        <p:nvSpPr>
          <p:cNvPr id="867354" name="Rectangle 25"/>
          <p:cNvSpPr>
            <a:spLocks noChangeArrowheads="1"/>
          </p:cNvSpPr>
          <p:nvPr/>
        </p:nvSpPr>
        <p:spPr bwMode="auto">
          <a:xfrm>
            <a:off x="1543050" y="2741613"/>
            <a:ext cx="18049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lgn="l" defTabSz="895350">
              <a:spcBef>
                <a:spcPct val="0"/>
              </a:spcBef>
              <a:defRPr>
                <a:solidFill>
                  <a:schemeClr val="tx1"/>
                </a:solidFill>
                <a:latin typeface="Arial" panose="020B0604020202020204" pitchFamily="34" charset="0"/>
              </a:defRPr>
            </a:lvl1pPr>
            <a:lvl2pPr marL="144463" indent="-142875" algn="l" defTabSz="895350">
              <a:spcBef>
                <a:spcPct val="0"/>
              </a:spcBef>
              <a:defRPr>
                <a:solidFill>
                  <a:schemeClr val="tx1"/>
                </a:solidFill>
                <a:latin typeface="Arial" panose="020B0604020202020204" pitchFamily="34" charset="0"/>
              </a:defRPr>
            </a:lvl2pPr>
            <a:lvl3pPr marL="1143000" indent="-228600" algn="l" defTabSz="895350">
              <a:spcBef>
                <a:spcPct val="0"/>
              </a:spcBef>
              <a:defRPr>
                <a:solidFill>
                  <a:schemeClr val="tx1"/>
                </a:solidFill>
                <a:latin typeface="Arial" panose="020B0604020202020204" pitchFamily="34" charset="0"/>
              </a:defRPr>
            </a:lvl3pPr>
            <a:lvl4pPr marL="1600200" indent="-228600" algn="l" defTabSz="895350">
              <a:spcBef>
                <a:spcPct val="0"/>
              </a:spcBef>
              <a:defRPr>
                <a:solidFill>
                  <a:schemeClr val="tx1"/>
                </a:solidFill>
                <a:latin typeface="Arial" panose="020B0604020202020204" pitchFamily="34" charset="0"/>
              </a:defRPr>
            </a:lvl4pPr>
            <a:lvl5pPr marL="2057400" indent="-228600" algn="l" defTabSz="895350">
              <a:spcBef>
                <a:spcPct val="0"/>
              </a:spcBef>
              <a:defRPr>
                <a:solidFill>
                  <a:schemeClr val="tx1"/>
                </a:solidFill>
                <a:latin typeface="Arial" panose="020B0604020202020204" pitchFamily="34" charset="0"/>
              </a:defRPr>
            </a:lvl5pPr>
            <a:lvl6pPr marL="2514600" indent="-228600" defTabSz="895350" fontAlgn="base">
              <a:spcBef>
                <a:spcPct val="0"/>
              </a:spcBef>
              <a:spcAft>
                <a:spcPct val="0"/>
              </a:spcAft>
              <a:defRPr>
                <a:solidFill>
                  <a:schemeClr val="tx1"/>
                </a:solidFill>
                <a:latin typeface="Arial" panose="020B0604020202020204" pitchFamily="34" charset="0"/>
              </a:defRPr>
            </a:lvl6pPr>
            <a:lvl7pPr marL="2971800" indent="-228600" defTabSz="895350" fontAlgn="base">
              <a:spcBef>
                <a:spcPct val="0"/>
              </a:spcBef>
              <a:spcAft>
                <a:spcPct val="0"/>
              </a:spcAft>
              <a:defRPr>
                <a:solidFill>
                  <a:schemeClr val="tx1"/>
                </a:solidFill>
                <a:latin typeface="Arial" panose="020B0604020202020204" pitchFamily="34" charset="0"/>
              </a:defRPr>
            </a:lvl7pPr>
            <a:lvl8pPr marL="3429000" indent="-228600" defTabSz="895350" fontAlgn="base">
              <a:spcBef>
                <a:spcPct val="0"/>
              </a:spcBef>
              <a:spcAft>
                <a:spcPct val="0"/>
              </a:spcAft>
              <a:defRPr>
                <a:solidFill>
                  <a:schemeClr val="tx1"/>
                </a:solidFill>
                <a:latin typeface="Arial" panose="020B0604020202020204" pitchFamily="34" charset="0"/>
              </a:defRPr>
            </a:lvl8pPr>
            <a:lvl9pPr marL="3886200" indent="-228600" defTabSz="895350" fontAlgn="base">
              <a:spcBef>
                <a:spcPct val="0"/>
              </a:spcBef>
              <a:spcAft>
                <a:spcPct val="0"/>
              </a:spcAft>
              <a:defRPr>
                <a:solidFill>
                  <a:schemeClr val="tx1"/>
                </a:solidFill>
                <a:latin typeface="Arial" panose="020B0604020202020204" pitchFamily="34" charset="0"/>
              </a:defRPr>
            </a:lvl9pPr>
          </a:lstStyle>
          <a:p>
            <a:pPr lvl="1">
              <a:spcBef>
                <a:spcPct val="20000"/>
              </a:spcBef>
              <a:buClr>
                <a:srgbClr val="4E84C4"/>
              </a:buClr>
            </a:pPr>
            <a:r>
              <a:rPr lang="en-US" altLang="en-US" sz="1000" b="0"/>
              <a:t>    A large self service outlet offering food and household goods</a:t>
            </a:r>
          </a:p>
        </p:txBody>
      </p:sp>
      <p:sp>
        <p:nvSpPr>
          <p:cNvPr id="867355" name="Rectangle 26"/>
          <p:cNvSpPr>
            <a:spLocks noChangeArrowheads="1"/>
          </p:cNvSpPr>
          <p:nvPr/>
        </p:nvSpPr>
        <p:spPr bwMode="auto">
          <a:xfrm>
            <a:off x="3494088" y="2741613"/>
            <a:ext cx="1874837"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lgn="l" defTabSz="895350">
              <a:spcBef>
                <a:spcPct val="0"/>
              </a:spcBef>
              <a:defRPr>
                <a:solidFill>
                  <a:schemeClr val="tx1"/>
                </a:solidFill>
                <a:latin typeface="Arial" panose="020B0604020202020204" pitchFamily="34" charset="0"/>
              </a:defRPr>
            </a:lvl1pPr>
            <a:lvl2pPr marL="144463" indent="-142875" algn="l" defTabSz="895350">
              <a:spcBef>
                <a:spcPct val="0"/>
              </a:spcBef>
              <a:defRPr>
                <a:solidFill>
                  <a:schemeClr val="tx1"/>
                </a:solidFill>
                <a:latin typeface="Arial" panose="020B0604020202020204" pitchFamily="34" charset="0"/>
              </a:defRPr>
            </a:lvl2pPr>
            <a:lvl3pPr marL="1143000" indent="-228600" algn="l" defTabSz="895350">
              <a:spcBef>
                <a:spcPct val="0"/>
              </a:spcBef>
              <a:defRPr>
                <a:solidFill>
                  <a:schemeClr val="tx1"/>
                </a:solidFill>
                <a:latin typeface="Arial" panose="020B0604020202020204" pitchFamily="34" charset="0"/>
              </a:defRPr>
            </a:lvl3pPr>
            <a:lvl4pPr marL="1600200" indent="-228600" algn="l" defTabSz="895350">
              <a:spcBef>
                <a:spcPct val="0"/>
              </a:spcBef>
              <a:defRPr>
                <a:solidFill>
                  <a:schemeClr val="tx1"/>
                </a:solidFill>
                <a:latin typeface="Arial" panose="020B0604020202020204" pitchFamily="34" charset="0"/>
              </a:defRPr>
            </a:lvl4pPr>
            <a:lvl5pPr marL="2057400" indent="-228600" algn="l" defTabSz="895350">
              <a:spcBef>
                <a:spcPct val="0"/>
              </a:spcBef>
              <a:defRPr>
                <a:solidFill>
                  <a:schemeClr val="tx1"/>
                </a:solidFill>
                <a:latin typeface="Arial" panose="020B0604020202020204" pitchFamily="34" charset="0"/>
              </a:defRPr>
            </a:lvl5pPr>
            <a:lvl6pPr marL="2514600" indent="-228600" defTabSz="895350" fontAlgn="base">
              <a:spcBef>
                <a:spcPct val="0"/>
              </a:spcBef>
              <a:spcAft>
                <a:spcPct val="0"/>
              </a:spcAft>
              <a:defRPr>
                <a:solidFill>
                  <a:schemeClr val="tx1"/>
                </a:solidFill>
                <a:latin typeface="Arial" panose="020B0604020202020204" pitchFamily="34" charset="0"/>
              </a:defRPr>
            </a:lvl6pPr>
            <a:lvl7pPr marL="2971800" indent="-228600" defTabSz="895350" fontAlgn="base">
              <a:spcBef>
                <a:spcPct val="0"/>
              </a:spcBef>
              <a:spcAft>
                <a:spcPct val="0"/>
              </a:spcAft>
              <a:defRPr>
                <a:solidFill>
                  <a:schemeClr val="tx1"/>
                </a:solidFill>
                <a:latin typeface="Arial" panose="020B0604020202020204" pitchFamily="34" charset="0"/>
              </a:defRPr>
            </a:lvl7pPr>
            <a:lvl8pPr marL="3429000" indent="-228600" defTabSz="895350" fontAlgn="base">
              <a:spcBef>
                <a:spcPct val="0"/>
              </a:spcBef>
              <a:spcAft>
                <a:spcPct val="0"/>
              </a:spcAft>
              <a:defRPr>
                <a:solidFill>
                  <a:schemeClr val="tx1"/>
                </a:solidFill>
                <a:latin typeface="Arial" panose="020B0604020202020204" pitchFamily="34" charset="0"/>
              </a:defRPr>
            </a:lvl8pPr>
            <a:lvl9pPr marL="3886200" indent="-228600" defTabSz="895350" fontAlgn="base">
              <a:spcBef>
                <a:spcPct val="0"/>
              </a:spcBef>
              <a:spcAft>
                <a:spcPct val="0"/>
              </a:spcAft>
              <a:defRPr>
                <a:solidFill>
                  <a:schemeClr val="tx1"/>
                </a:solidFill>
                <a:latin typeface="Arial" panose="020B0604020202020204" pitchFamily="34" charset="0"/>
              </a:defRPr>
            </a:lvl9pPr>
          </a:lstStyle>
          <a:p>
            <a:pPr lvl="1">
              <a:spcBef>
                <a:spcPct val="20000"/>
              </a:spcBef>
              <a:buClr>
                <a:srgbClr val="4E84C4"/>
              </a:buClr>
            </a:pPr>
            <a:r>
              <a:rPr lang="en-US" altLang="en-US" sz="1000" b="0" dirty="0"/>
              <a:t>    Food, groceries, medicines</a:t>
            </a:r>
          </a:p>
        </p:txBody>
      </p:sp>
      <p:sp>
        <p:nvSpPr>
          <p:cNvPr id="867356" name="Rectangle 27"/>
          <p:cNvSpPr>
            <a:spLocks noChangeArrowheads="1"/>
          </p:cNvSpPr>
          <p:nvPr/>
        </p:nvSpPr>
        <p:spPr bwMode="auto">
          <a:xfrm>
            <a:off x="5586413" y="2741613"/>
            <a:ext cx="114617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defTabSz="895350">
              <a:spcBef>
                <a:spcPct val="0"/>
              </a:spcBef>
              <a:defRPr>
                <a:solidFill>
                  <a:schemeClr val="tx1"/>
                </a:solidFill>
                <a:latin typeface="Arial" panose="020B0604020202020204" pitchFamily="34" charset="0"/>
              </a:defRPr>
            </a:lvl1pPr>
            <a:lvl2pPr marL="742950" indent="-285750" algn="l" defTabSz="895350">
              <a:spcBef>
                <a:spcPct val="0"/>
              </a:spcBef>
              <a:defRPr>
                <a:solidFill>
                  <a:schemeClr val="tx1"/>
                </a:solidFill>
                <a:latin typeface="Arial" panose="020B0604020202020204" pitchFamily="34" charset="0"/>
              </a:defRPr>
            </a:lvl2pPr>
            <a:lvl3pPr marL="1143000" indent="-228600" algn="l" defTabSz="895350">
              <a:spcBef>
                <a:spcPct val="0"/>
              </a:spcBef>
              <a:defRPr>
                <a:solidFill>
                  <a:schemeClr val="tx1"/>
                </a:solidFill>
                <a:latin typeface="Arial" panose="020B0604020202020204" pitchFamily="34" charset="0"/>
              </a:defRPr>
            </a:lvl3pPr>
            <a:lvl4pPr marL="1600200" indent="-228600" algn="l" defTabSz="895350">
              <a:spcBef>
                <a:spcPct val="0"/>
              </a:spcBef>
              <a:defRPr>
                <a:solidFill>
                  <a:schemeClr val="tx1"/>
                </a:solidFill>
                <a:latin typeface="Arial" panose="020B0604020202020204" pitchFamily="34" charset="0"/>
              </a:defRPr>
            </a:lvl4pPr>
            <a:lvl5pPr marL="2057400" indent="-228600" algn="l" defTabSz="895350">
              <a:spcBef>
                <a:spcPct val="0"/>
              </a:spcBef>
              <a:defRPr>
                <a:solidFill>
                  <a:schemeClr val="tx1"/>
                </a:solidFill>
                <a:latin typeface="Arial" panose="020B0604020202020204" pitchFamily="34" charset="0"/>
              </a:defRPr>
            </a:lvl5pPr>
            <a:lvl6pPr marL="2514600" indent="-228600" defTabSz="895350" fontAlgn="base">
              <a:spcBef>
                <a:spcPct val="0"/>
              </a:spcBef>
              <a:spcAft>
                <a:spcPct val="0"/>
              </a:spcAft>
              <a:defRPr>
                <a:solidFill>
                  <a:schemeClr val="tx1"/>
                </a:solidFill>
                <a:latin typeface="Arial" panose="020B0604020202020204" pitchFamily="34" charset="0"/>
              </a:defRPr>
            </a:lvl6pPr>
            <a:lvl7pPr marL="2971800" indent="-228600" defTabSz="895350" fontAlgn="base">
              <a:spcBef>
                <a:spcPct val="0"/>
              </a:spcBef>
              <a:spcAft>
                <a:spcPct val="0"/>
              </a:spcAft>
              <a:defRPr>
                <a:solidFill>
                  <a:schemeClr val="tx1"/>
                </a:solidFill>
                <a:latin typeface="Arial" panose="020B0604020202020204" pitchFamily="34" charset="0"/>
              </a:defRPr>
            </a:lvl7pPr>
            <a:lvl8pPr marL="3429000" indent="-228600" defTabSz="895350" fontAlgn="base">
              <a:spcBef>
                <a:spcPct val="0"/>
              </a:spcBef>
              <a:spcAft>
                <a:spcPct val="0"/>
              </a:spcAft>
              <a:defRPr>
                <a:solidFill>
                  <a:schemeClr val="tx1"/>
                </a:solidFill>
                <a:latin typeface="Arial" panose="020B0604020202020204" pitchFamily="34" charset="0"/>
              </a:defRPr>
            </a:lvl8pPr>
            <a:lvl9pPr marL="3886200" indent="-228600" defTabSz="895350" fontAlgn="base">
              <a:spcBef>
                <a:spcPct val="0"/>
              </a:spcBef>
              <a:spcAft>
                <a:spcPct val="0"/>
              </a:spcAft>
              <a:defRPr>
                <a:solidFill>
                  <a:schemeClr val="tx1"/>
                </a:solidFill>
                <a:latin typeface="Arial" panose="020B0604020202020204" pitchFamily="34" charset="0"/>
              </a:defRPr>
            </a:lvl9pPr>
          </a:lstStyle>
          <a:p>
            <a:pPr>
              <a:spcBef>
                <a:spcPct val="20000"/>
              </a:spcBef>
              <a:buClr>
                <a:srgbClr val="4E84C4"/>
              </a:buClr>
            </a:pPr>
            <a:r>
              <a:rPr lang="en-US" altLang="en-US" sz="1000" b="0"/>
              <a:t>3,000-15,000</a:t>
            </a:r>
          </a:p>
        </p:txBody>
      </p:sp>
      <p:sp>
        <p:nvSpPr>
          <p:cNvPr id="867357" name="Rectangle 28"/>
          <p:cNvSpPr>
            <a:spLocks noChangeArrowheads="1"/>
          </p:cNvSpPr>
          <p:nvPr/>
        </p:nvSpPr>
        <p:spPr bwMode="auto">
          <a:xfrm>
            <a:off x="6916738" y="2741613"/>
            <a:ext cx="19891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lgn="l" defTabSz="895350">
              <a:spcBef>
                <a:spcPct val="0"/>
              </a:spcBef>
              <a:defRPr>
                <a:solidFill>
                  <a:schemeClr val="tx1"/>
                </a:solidFill>
                <a:latin typeface="Arial" panose="020B0604020202020204" pitchFamily="34" charset="0"/>
              </a:defRPr>
            </a:lvl1pPr>
            <a:lvl2pPr marL="144463" indent="-142875" algn="l" defTabSz="895350">
              <a:spcBef>
                <a:spcPct val="0"/>
              </a:spcBef>
              <a:defRPr>
                <a:solidFill>
                  <a:schemeClr val="tx1"/>
                </a:solidFill>
                <a:latin typeface="Arial" panose="020B0604020202020204" pitchFamily="34" charset="0"/>
              </a:defRPr>
            </a:lvl2pPr>
            <a:lvl3pPr marL="1143000" indent="-228600" algn="l" defTabSz="895350">
              <a:spcBef>
                <a:spcPct val="0"/>
              </a:spcBef>
              <a:defRPr>
                <a:solidFill>
                  <a:schemeClr val="tx1"/>
                </a:solidFill>
                <a:latin typeface="Arial" panose="020B0604020202020204" pitchFamily="34" charset="0"/>
              </a:defRPr>
            </a:lvl3pPr>
            <a:lvl4pPr marL="1600200" indent="-228600" algn="l" defTabSz="895350">
              <a:spcBef>
                <a:spcPct val="0"/>
              </a:spcBef>
              <a:defRPr>
                <a:solidFill>
                  <a:schemeClr val="tx1"/>
                </a:solidFill>
                <a:latin typeface="Arial" panose="020B0604020202020204" pitchFamily="34" charset="0"/>
              </a:defRPr>
            </a:lvl4pPr>
            <a:lvl5pPr marL="2057400" indent="-228600" algn="l" defTabSz="895350">
              <a:spcBef>
                <a:spcPct val="0"/>
              </a:spcBef>
              <a:defRPr>
                <a:solidFill>
                  <a:schemeClr val="tx1"/>
                </a:solidFill>
                <a:latin typeface="Arial" panose="020B0604020202020204" pitchFamily="34" charset="0"/>
              </a:defRPr>
            </a:lvl5pPr>
            <a:lvl6pPr marL="2514600" indent="-228600" defTabSz="895350" fontAlgn="base">
              <a:spcBef>
                <a:spcPct val="0"/>
              </a:spcBef>
              <a:spcAft>
                <a:spcPct val="0"/>
              </a:spcAft>
              <a:defRPr>
                <a:solidFill>
                  <a:schemeClr val="tx1"/>
                </a:solidFill>
                <a:latin typeface="Arial" panose="020B0604020202020204" pitchFamily="34" charset="0"/>
              </a:defRPr>
            </a:lvl6pPr>
            <a:lvl7pPr marL="2971800" indent="-228600" defTabSz="895350" fontAlgn="base">
              <a:spcBef>
                <a:spcPct val="0"/>
              </a:spcBef>
              <a:spcAft>
                <a:spcPct val="0"/>
              </a:spcAft>
              <a:defRPr>
                <a:solidFill>
                  <a:schemeClr val="tx1"/>
                </a:solidFill>
                <a:latin typeface="Arial" panose="020B0604020202020204" pitchFamily="34" charset="0"/>
              </a:defRPr>
            </a:lvl7pPr>
            <a:lvl8pPr marL="3429000" indent="-228600" defTabSz="895350" fontAlgn="base">
              <a:spcBef>
                <a:spcPct val="0"/>
              </a:spcBef>
              <a:spcAft>
                <a:spcPct val="0"/>
              </a:spcAft>
              <a:defRPr>
                <a:solidFill>
                  <a:schemeClr val="tx1"/>
                </a:solidFill>
                <a:latin typeface="Arial" panose="020B0604020202020204" pitchFamily="34" charset="0"/>
              </a:defRPr>
            </a:lvl8pPr>
            <a:lvl9pPr marL="3886200" indent="-228600" defTabSz="895350" fontAlgn="base">
              <a:spcBef>
                <a:spcPct val="0"/>
              </a:spcBef>
              <a:spcAft>
                <a:spcPct val="0"/>
              </a:spcAft>
              <a:defRPr>
                <a:solidFill>
                  <a:schemeClr val="tx1"/>
                </a:solidFill>
                <a:latin typeface="Arial" panose="020B0604020202020204" pitchFamily="34" charset="0"/>
              </a:defRPr>
            </a:lvl9pPr>
          </a:lstStyle>
          <a:p>
            <a:pPr lvl="1">
              <a:spcBef>
                <a:spcPct val="20000"/>
              </a:spcBef>
              <a:buClr>
                <a:srgbClr val="4E84C4"/>
              </a:buClr>
            </a:pPr>
            <a:r>
              <a:rPr lang="en-US" altLang="en-US" sz="1000" b="0" dirty="0"/>
              <a:t>     </a:t>
            </a:r>
            <a:r>
              <a:rPr lang="en-US" altLang="en-US" sz="1000" b="0" dirty="0" err="1"/>
              <a:t>FoodWorld</a:t>
            </a:r>
            <a:r>
              <a:rPr lang="en-US" altLang="en-US" sz="1000" b="0" dirty="0"/>
              <a:t>, </a:t>
            </a:r>
            <a:r>
              <a:rPr lang="en-US" altLang="en-US" sz="1000" b="0" dirty="0" err="1"/>
              <a:t>Trinethra</a:t>
            </a:r>
            <a:r>
              <a:rPr lang="en-US" altLang="en-US" sz="1000" b="0" dirty="0"/>
              <a:t>, </a:t>
            </a:r>
            <a:r>
              <a:rPr lang="en-US" altLang="en-US" sz="1000" b="0" dirty="0" err="1"/>
              <a:t>Subshiksha</a:t>
            </a:r>
            <a:r>
              <a:rPr lang="en-US" altLang="en-US" sz="1000" b="0" dirty="0"/>
              <a:t>, Food </a:t>
            </a:r>
            <a:r>
              <a:rPr lang="en-US" altLang="en-US" sz="1000" b="0" dirty="0" err="1"/>
              <a:t>baazar</a:t>
            </a:r>
            <a:endParaRPr lang="en-US" altLang="en-US" sz="1000" b="0" dirty="0"/>
          </a:p>
        </p:txBody>
      </p:sp>
      <p:grpSp>
        <p:nvGrpSpPr>
          <p:cNvPr id="867358" name="Group 29"/>
          <p:cNvGrpSpPr>
            <a:grpSpLocks/>
          </p:cNvGrpSpPr>
          <p:nvPr>
            <p:custDataLst>
              <p:tags r:id="rId7"/>
            </p:custDataLst>
          </p:nvPr>
        </p:nvGrpSpPr>
        <p:grpSpPr bwMode="auto">
          <a:xfrm>
            <a:off x="76200" y="4859338"/>
            <a:ext cx="1417638" cy="841375"/>
            <a:chOff x="1240" y="1968"/>
            <a:chExt cx="960" cy="960"/>
          </a:xfrm>
        </p:grpSpPr>
        <p:sp>
          <p:nvSpPr>
            <p:cNvPr id="213022" name="Rectangle 30"/>
            <p:cNvSpPr>
              <a:spLocks noChangeArrowheads="1"/>
            </p:cNvSpPr>
            <p:nvPr>
              <p:custDataLst>
                <p:tags r:id="rId14"/>
              </p:custDataLst>
            </p:nvPr>
          </p:nvSpPr>
          <p:spPr bwMode="auto">
            <a:xfrm>
              <a:off x="1240" y="1968"/>
              <a:ext cx="960" cy="960"/>
            </a:xfrm>
            <a:prstGeom prst="rect">
              <a:avLst/>
            </a:prstGeom>
            <a:solidFill>
              <a:srgbClr val="FFCC00"/>
            </a:solidFill>
            <a:ln w="12700" algn="ctr">
              <a:noFill/>
              <a:miter lim="800000"/>
              <a:headEnd/>
              <a:tailEnd/>
            </a:ln>
            <a:effectLst>
              <a:outerShdw dist="35921" dir="2700000" algn="ctr" rotWithShape="0">
                <a:schemeClr val="bg2"/>
              </a:outerShdw>
            </a:effectLst>
          </p:spPr>
          <p:txBody>
            <a:bodyPr anchor="ctr"/>
            <a:lstStyle/>
            <a:p>
              <a:pPr algn="l">
                <a:spcBef>
                  <a:spcPct val="0"/>
                </a:spcBef>
                <a:defRPr/>
              </a:pPr>
              <a:endParaRPr lang="en-US" sz="1800" b="0">
                <a:solidFill>
                  <a:schemeClr val="tx1"/>
                </a:solidFill>
                <a:latin typeface="Arial" charset="0"/>
              </a:endParaRPr>
            </a:p>
          </p:txBody>
        </p:sp>
        <p:sp>
          <p:nvSpPr>
            <p:cNvPr id="213023" name="Rectangle 31"/>
            <p:cNvSpPr>
              <a:spLocks noChangeArrowheads="1"/>
            </p:cNvSpPr>
            <p:nvPr>
              <p:custDataLst>
                <p:tags r:id="rId15"/>
              </p:custDataLst>
            </p:nvPr>
          </p:nvSpPr>
          <p:spPr bwMode="auto">
            <a:xfrm>
              <a:off x="1240" y="1968"/>
              <a:ext cx="960" cy="960"/>
            </a:xfrm>
            <a:prstGeom prst="rect">
              <a:avLst/>
            </a:prstGeom>
            <a:solidFill>
              <a:srgbClr val="FFCC00"/>
            </a:solidFill>
            <a:ln w="12700" algn="ctr">
              <a:noFill/>
              <a:miter lim="800000"/>
              <a:headEnd/>
              <a:tailEnd/>
            </a:ln>
            <a:effectLst>
              <a:outerShdw dist="35921" dir="2700000" algn="ctr" rotWithShape="0">
                <a:schemeClr val="bg2"/>
              </a:outerShdw>
            </a:effectLst>
          </p:spPr>
          <p:txBody>
            <a:bodyPr anchor="ctr"/>
            <a:lstStyle/>
            <a:p>
              <a:pPr algn="l">
                <a:spcBef>
                  <a:spcPct val="0"/>
                </a:spcBef>
                <a:defRPr/>
              </a:pPr>
              <a:r>
                <a:rPr lang="en-US" sz="1400">
                  <a:latin typeface="Arial" charset="0"/>
                </a:rPr>
                <a:t>Departmental stores</a:t>
              </a:r>
            </a:p>
          </p:txBody>
        </p:sp>
      </p:grpSp>
      <p:sp>
        <p:nvSpPr>
          <p:cNvPr id="867361" name="Rectangle 32"/>
          <p:cNvSpPr>
            <a:spLocks noChangeArrowheads="1"/>
          </p:cNvSpPr>
          <p:nvPr/>
        </p:nvSpPr>
        <p:spPr bwMode="auto">
          <a:xfrm>
            <a:off x="1543050" y="4895850"/>
            <a:ext cx="18049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lgn="l" defTabSz="895350">
              <a:spcBef>
                <a:spcPct val="0"/>
              </a:spcBef>
              <a:defRPr>
                <a:solidFill>
                  <a:schemeClr val="tx1"/>
                </a:solidFill>
                <a:latin typeface="Arial" panose="020B0604020202020204" pitchFamily="34" charset="0"/>
              </a:defRPr>
            </a:lvl1pPr>
            <a:lvl2pPr marL="144463" indent="-142875" algn="l" defTabSz="895350">
              <a:spcBef>
                <a:spcPct val="0"/>
              </a:spcBef>
              <a:defRPr>
                <a:solidFill>
                  <a:schemeClr val="tx1"/>
                </a:solidFill>
                <a:latin typeface="Arial" panose="020B0604020202020204" pitchFamily="34" charset="0"/>
              </a:defRPr>
            </a:lvl2pPr>
            <a:lvl3pPr marL="1143000" indent="-228600" algn="l" defTabSz="895350">
              <a:spcBef>
                <a:spcPct val="0"/>
              </a:spcBef>
              <a:defRPr>
                <a:solidFill>
                  <a:schemeClr val="tx1"/>
                </a:solidFill>
                <a:latin typeface="Arial" panose="020B0604020202020204" pitchFamily="34" charset="0"/>
              </a:defRPr>
            </a:lvl3pPr>
            <a:lvl4pPr marL="1600200" indent="-228600" algn="l" defTabSz="895350">
              <a:spcBef>
                <a:spcPct val="0"/>
              </a:spcBef>
              <a:defRPr>
                <a:solidFill>
                  <a:schemeClr val="tx1"/>
                </a:solidFill>
                <a:latin typeface="Arial" panose="020B0604020202020204" pitchFamily="34" charset="0"/>
              </a:defRPr>
            </a:lvl4pPr>
            <a:lvl5pPr marL="2057400" indent="-228600" algn="l" defTabSz="895350">
              <a:spcBef>
                <a:spcPct val="0"/>
              </a:spcBef>
              <a:defRPr>
                <a:solidFill>
                  <a:schemeClr val="tx1"/>
                </a:solidFill>
                <a:latin typeface="Arial" panose="020B0604020202020204" pitchFamily="34" charset="0"/>
              </a:defRPr>
            </a:lvl5pPr>
            <a:lvl6pPr marL="2514600" indent="-228600" defTabSz="895350" fontAlgn="base">
              <a:spcBef>
                <a:spcPct val="0"/>
              </a:spcBef>
              <a:spcAft>
                <a:spcPct val="0"/>
              </a:spcAft>
              <a:defRPr>
                <a:solidFill>
                  <a:schemeClr val="tx1"/>
                </a:solidFill>
                <a:latin typeface="Arial" panose="020B0604020202020204" pitchFamily="34" charset="0"/>
              </a:defRPr>
            </a:lvl6pPr>
            <a:lvl7pPr marL="2971800" indent="-228600" defTabSz="895350" fontAlgn="base">
              <a:spcBef>
                <a:spcPct val="0"/>
              </a:spcBef>
              <a:spcAft>
                <a:spcPct val="0"/>
              </a:spcAft>
              <a:defRPr>
                <a:solidFill>
                  <a:schemeClr val="tx1"/>
                </a:solidFill>
                <a:latin typeface="Arial" panose="020B0604020202020204" pitchFamily="34" charset="0"/>
              </a:defRPr>
            </a:lvl7pPr>
            <a:lvl8pPr marL="3429000" indent="-228600" defTabSz="895350" fontAlgn="base">
              <a:spcBef>
                <a:spcPct val="0"/>
              </a:spcBef>
              <a:spcAft>
                <a:spcPct val="0"/>
              </a:spcAft>
              <a:defRPr>
                <a:solidFill>
                  <a:schemeClr val="tx1"/>
                </a:solidFill>
                <a:latin typeface="Arial" panose="020B0604020202020204" pitchFamily="34" charset="0"/>
              </a:defRPr>
            </a:lvl8pPr>
            <a:lvl9pPr marL="3886200" indent="-228600" defTabSz="895350" fontAlgn="base">
              <a:spcBef>
                <a:spcPct val="0"/>
              </a:spcBef>
              <a:spcAft>
                <a:spcPct val="0"/>
              </a:spcAft>
              <a:defRPr>
                <a:solidFill>
                  <a:schemeClr val="tx1"/>
                </a:solidFill>
                <a:latin typeface="Arial" panose="020B0604020202020204" pitchFamily="34" charset="0"/>
              </a:defRPr>
            </a:lvl9pPr>
          </a:lstStyle>
          <a:p>
            <a:pPr lvl="1">
              <a:spcBef>
                <a:spcPct val="20000"/>
              </a:spcBef>
              <a:buClr>
                <a:srgbClr val="4E84C4"/>
              </a:buClr>
            </a:pPr>
            <a:r>
              <a:rPr lang="en-US" altLang="en-US" sz="1000" b="0"/>
              <a:t>    A large self service outlet offering a variety of merchandise</a:t>
            </a:r>
          </a:p>
        </p:txBody>
      </p:sp>
      <p:sp>
        <p:nvSpPr>
          <p:cNvPr id="867362" name="Rectangle 33"/>
          <p:cNvSpPr>
            <a:spLocks noChangeArrowheads="1"/>
          </p:cNvSpPr>
          <p:nvPr/>
        </p:nvSpPr>
        <p:spPr bwMode="auto">
          <a:xfrm>
            <a:off x="3494088" y="4895850"/>
            <a:ext cx="18748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lgn="l" defTabSz="895350">
              <a:spcBef>
                <a:spcPct val="0"/>
              </a:spcBef>
              <a:defRPr>
                <a:solidFill>
                  <a:schemeClr val="tx1"/>
                </a:solidFill>
                <a:latin typeface="Arial" panose="020B0604020202020204" pitchFamily="34" charset="0"/>
              </a:defRPr>
            </a:lvl1pPr>
            <a:lvl2pPr marL="144463" indent="-142875" algn="l" defTabSz="895350">
              <a:spcBef>
                <a:spcPct val="0"/>
              </a:spcBef>
              <a:defRPr>
                <a:solidFill>
                  <a:schemeClr val="tx1"/>
                </a:solidFill>
                <a:latin typeface="Arial" panose="020B0604020202020204" pitchFamily="34" charset="0"/>
              </a:defRPr>
            </a:lvl2pPr>
            <a:lvl3pPr marL="1143000" indent="-228600" algn="l" defTabSz="895350">
              <a:spcBef>
                <a:spcPct val="0"/>
              </a:spcBef>
              <a:defRPr>
                <a:solidFill>
                  <a:schemeClr val="tx1"/>
                </a:solidFill>
                <a:latin typeface="Arial" panose="020B0604020202020204" pitchFamily="34" charset="0"/>
              </a:defRPr>
            </a:lvl3pPr>
            <a:lvl4pPr marL="1600200" indent="-228600" algn="l" defTabSz="895350">
              <a:spcBef>
                <a:spcPct val="0"/>
              </a:spcBef>
              <a:defRPr>
                <a:solidFill>
                  <a:schemeClr val="tx1"/>
                </a:solidFill>
                <a:latin typeface="Arial" panose="020B0604020202020204" pitchFamily="34" charset="0"/>
              </a:defRPr>
            </a:lvl4pPr>
            <a:lvl5pPr marL="2057400" indent="-228600" algn="l" defTabSz="895350">
              <a:spcBef>
                <a:spcPct val="0"/>
              </a:spcBef>
              <a:defRPr>
                <a:solidFill>
                  <a:schemeClr val="tx1"/>
                </a:solidFill>
                <a:latin typeface="Arial" panose="020B0604020202020204" pitchFamily="34" charset="0"/>
              </a:defRPr>
            </a:lvl5pPr>
            <a:lvl6pPr marL="2514600" indent="-228600" defTabSz="895350" fontAlgn="base">
              <a:spcBef>
                <a:spcPct val="0"/>
              </a:spcBef>
              <a:spcAft>
                <a:spcPct val="0"/>
              </a:spcAft>
              <a:defRPr>
                <a:solidFill>
                  <a:schemeClr val="tx1"/>
                </a:solidFill>
                <a:latin typeface="Arial" panose="020B0604020202020204" pitchFamily="34" charset="0"/>
              </a:defRPr>
            </a:lvl6pPr>
            <a:lvl7pPr marL="2971800" indent="-228600" defTabSz="895350" fontAlgn="base">
              <a:spcBef>
                <a:spcPct val="0"/>
              </a:spcBef>
              <a:spcAft>
                <a:spcPct val="0"/>
              </a:spcAft>
              <a:defRPr>
                <a:solidFill>
                  <a:schemeClr val="tx1"/>
                </a:solidFill>
                <a:latin typeface="Arial" panose="020B0604020202020204" pitchFamily="34" charset="0"/>
              </a:defRPr>
            </a:lvl7pPr>
            <a:lvl8pPr marL="3429000" indent="-228600" defTabSz="895350" fontAlgn="base">
              <a:spcBef>
                <a:spcPct val="0"/>
              </a:spcBef>
              <a:spcAft>
                <a:spcPct val="0"/>
              </a:spcAft>
              <a:defRPr>
                <a:solidFill>
                  <a:schemeClr val="tx1"/>
                </a:solidFill>
                <a:latin typeface="Arial" panose="020B0604020202020204" pitchFamily="34" charset="0"/>
              </a:defRPr>
            </a:lvl8pPr>
            <a:lvl9pPr marL="3886200" indent="-228600" defTabSz="895350" fontAlgn="base">
              <a:spcBef>
                <a:spcPct val="0"/>
              </a:spcBef>
              <a:spcAft>
                <a:spcPct val="0"/>
              </a:spcAft>
              <a:defRPr>
                <a:solidFill>
                  <a:schemeClr val="tx1"/>
                </a:solidFill>
                <a:latin typeface="Arial" panose="020B0604020202020204" pitchFamily="34" charset="0"/>
              </a:defRPr>
            </a:lvl9pPr>
          </a:lstStyle>
          <a:p>
            <a:pPr lvl="1">
              <a:spcBef>
                <a:spcPct val="20000"/>
              </a:spcBef>
              <a:buClr>
                <a:srgbClr val="4E84C4"/>
              </a:buClr>
            </a:pPr>
            <a:r>
              <a:rPr lang="en-US" altLang="en-US" sz="1000" b="0" dirty="0"/>
              <a:t>    Apparel, </a:t>
            </a:r>
            <a:r>
              <a:rPr lang="en-US" altLang="en-US" sz="1000" b="0" dirty="0" err="1"/>
              <a:t>Jewellery</a:t>
            </a:r>
            <a:r>
              <a:rPr lang="en-US" altLang="en-US" sz="1000" b="0" dirty="0"/>
              <a:t>, watches, fashion accessories, footwear, furniture, furnishings</a:t>
            </a:r>
          </a:p>
        </p:txBody>
      </p:sp>
      <p:sp>
        <p:nvSpPr>
          <p:cNvPr id="867363" name="Rectangle 34"/>
          <p:cNvSpPr>
            <a:spLocks noChangeArrowheads="1"/>
          </p:cNvSpPr>
          <p:nvPr/>
        </p:nvSpPr>
        <p:spPr bwMode="auto">
          <a:xfrm>
            <a:off x="5586413" y="4895850"/>
            <a:ext cx="114617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defTabSz="895350">
              <a:spcBef>
                <a:spcPct val="0"/>
              </a:spcBef>
              <a:defRPr>
                <a:solidFill>
                  <a:schemeClr val="tx1"/>
                </a:solidFill>
                <a:latin typeface="Arial" panose="020B0604020202020204" pitchFamily="34" charset="0"/>
              </a:defRPr>
            </a:lvl1pPr>
            <a:lvl2pPr marL="742950" indent="-285750" algn="l" defTabSz="895350">
              <a:spcBef>
                <a:spcPct val="0"/>
              </a:spcBef>
              <a:defRPr>
                <a:solidFill>
                  <a:schemeClr val="tx1"/>
                </a:solidFill>
                <a:latin typeface="Arial" panose="020B0604020202020204" pitchFamily="34" charset="0"/>
              </a:defRPr>
            </a:lvl2pPr>
            <a:lvl3pPr marL="1143000" indent="-228600" algn="l" defTabSz="895350">
              <a:spcBef>
                <a:spcPct val="0"/>
              </a:spcBef>
              <a:defRPr>
                <a:solidFill>
                  <a:schemeClr val="tx1"/>
                </a:solidFill>
                <a:latin typeface="Arial" panose="020B0604020202020204" pitchFamily="34" charset="0"/>
              </a:defRPr>
            </a:lvl3pPr>
            <a:lvl4pPr marL="1600200" indent="-228600" algn="l" defTabSz="895350">
              <a:spcBef>
                <a:spcPct val="0"/>
              </a:spcBef>
              <a:defRPr>
                <a:solidFill>
                  <a:schemeClr val="tx1"/>
                </a:solidFill>
                <a:latin typeface="Arial" panose="020B0604020202020204" pitchFamily="34" charset="0"/>
              </a:defRPr>
            </a:lvl4pPr>
            <a:lvl5pPr marL="2057400" indent="-228600" algn="l" defTabSz="895350">
              <a:spcBef>
                <a:spcPct val="0"/>
              </a:spcBef>
              <a:defRPr>
                <a:solidFill>
                  <a:schemeClr val="tx1"/>
                </a:solidFill>
                <a:latin typeface="Arial" panose="020B0604020202020204" pitchFamily="34" charset="0"/>
              </a:defRPr>
            </a:lvl5pPr>
            <a:lvl6pPr marL="2514600" indent="-228600" defTabSz="895350" fontAlgn="base">
              <a:spcBef>
                <a:spcPct val="0"/>
              </a:spcBef>
              <a:spcAft>
                <a:spcPct val="0"/>
              </a:spcAft>
              <a:defRPr>
                <a:solidFill>
                  <a:schemeClr val="tx1"/>
                </a:solidFill>
                <a:latin typeface="Arial" panose="020B0604020202020204" pitchFamily="34" charset="0"/>
              </a:defRPr>
            </a:lvl6pPr>
            <a:lvl7pPr marL="2971800" indent="-228600" defTabSz="895350" fontAlgn="base">
              <a:spcBef>
                <a:spcPct val="0"/>
              </a:spcBef>
              <a:spcAft>
                <a:spcPct val="0"/>
              </a:spcAft>
              <a:defRPr>
                <a:solidFill>
                  <a:schemeClr val="tx1"/>
                </a:solidFill>
                <a:latin typeface="Arial" panose="020B0604020202020204" pitchFamily="34" charset="0"/>
              </a:defRPr>
            </a:lvl7pPr>
            <a:lvl8pPr marL="3429000" indent="-228600" defTabSz="895350" fontAlgn="base">
              <a:spcBef>
                <a:spcPct val="0"/>
              </a:spcBef>
              <a:spcAft>
                <a:spcPct val="0"/>
              </a:spcAft>
              <a:defRPr>
                <a:solidFill>
                  <a:schemeClr val="tx1"/>
                </a:solidFill>
                <a:latin typeface="Arial" panose="020B0604020202020204" pitchFamily="34" charset="0"/>
              </a:defRPr>
            </a:lvl8pPr>
            <a:lvl9pPr marL="3886200" indent="-228600" defTabSz="895350" fontAlgn="base">
              <a:spcBef>
                <a:spcPct val="0"/>
              </a:spcBef>
              <a:spcAft>
                <a:spcPct val="0"/>
              </a:spcAft>
              <a:defRPr>
                <a:solidFill>
                  <a:schemeClr val="tx1"/>
                </a:solidFill>
                <a:latin typeface="Arial" panose="020B0604020202020204" pitchFamily="34" charset="0"/>
              </a:defRPr>
            </a:lvl9pPr>
          </a:lstStyle>
          <a:p>
            <a:pPr>
              <a:spcBef>
                <a:spcPct val="20000"/>
              </a:spcBef>
              <a:buClr>
                <a:srgbClr val="4E84C4"/>
              </a:buClr>
            </a:pPr>
            <a:r>
              <a:rPr lang="en-US" altLang="en-US" sz="1000" b="0"/>
              <a:t>10,000-50,000</a:t>
            </a:r>
          </a:p>
        </p:txBody>
      </p:sp>
      <p:sp>
        <p:nvSpPr>
          <p:cNvPr id="867364" name="Rectangle 35"/>
          <p:cNvSpPr>
            <a:spLocks noChangeArrowheads="1"/>
          </p:cNvSpPr>
          <p:nvPr/>
        </p:nvSpPr>
        <p:spPr bwMode="auto">
          <a:xfrm>
            <a:off x="6916738" y="4895850"/>
            <a:ext cx="19891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lgn="l" defTabSz="895350">
              <a:spcBef>
                <a:spcPct val="0"/>
              </a:spcBef>
              <a:defRPr>
                <a:solidFill>
                  <a:schemeClr val="tx1"/>
                </a:solidFill>
                <a:latin typeface="Arial" panose="020B0604020202020204" pitchFamily="34" charset="0"/>
              </a:defRPr>
            </a:lvl1pPr>
            <a:lvl2pPr marL="144463" indent="-142875" algn="l" defTabSz="895350">
              <a:spcBef>
                <a:spcPct val="0"/>
              </a:spcBef>
              <a:defRPr>
                <a:solidFill>
                  <a:schemeClr val="tx1"/>
                </a:solidFill>
                <a:latin typeface="Arial" panose="020B0604020202020204" pitchFamily="34" charset="0"/>
              </a:defRPr>
            </a:lvl2pPr>
            <a:lvl3pPr marL="1143000" indent="-228600" algn="l" defTabSz="895350">
              <a:spcBef>
                <a:spcPct val="0"/>
              </a:spcBef>
              <a:defRPr>
                <a:solidFill>
                  <a:schemeClr val="tx1"/>
                </a:solidFill>
                <a:latin typeface="Arial" panose="020B0604020202020204" pitchFamily="34" charset="0"/>
              </a:defRPr>
            </a:lvl3pPr>
            <a:lvl4pPr marL="1600200" indent="-228600" algn="l" defTabSz="895350">
              <a:spcBef>
                <a:spcPct val="0"/>
              </a:spcBef>
              <a:defRPr>
                <a:solidFill>
                  <a:schemeClr val="tx1"/>
                </a:solidFill>
                <a:latin typeface="Arial" panose="020B0604020202020204" pitchFamily="34" charset="0"/>
              </a:defRPr>
            </a:lvl4pPr>
            <a:lvl5pPr marL="2057400" indent="-228600" algn="l" defTabSz="895350">
              <a:spcBef>
                <a:spcPct val="0"/>
              </a:spcBef>
              <a:defRPr>
                <a:solidFill>
                  <a:schemeClr val="tx1"/>
                </a:solidFill>
                <a:latin typeface="Arial" panose="020B0604020202020204" pitchFamily="34" charset="0"/>
              </a:defRPr>
            </a:lvl5pPr>
            <a:lvl6pPr marL="2514600" indent="-228600" defTabSz="895350" fontAlgn="base">
              <a:spcBef>
                <a:spcPct val="0"/>
              </a:spcBef>
              <a:spcAft>
                <a:spcPct val="0"/>
              </a:spcAft>
              <a:defRPr>
                <a:solidFill>
                  <a:schemeClr val="tx1"/>
                </a:solidFill>
                <a:latin typeface="Arial" panose="020B0604020202020204" pitchFamily="34" charset="0"/>
              </a:defRPr>
            </a:lvl6pPr>
            <a:lvl7pPr marL="2971800" indent="-228600" defTabSz="895350" fontAlgn="base">
              <a:spcBef>
                <a:spcPct val="0"/>
              </a:spcBef>
              <a:spcAft>
                <a:spcPct val="0"/>
              </a:spcAft>
              <a:defRPr>
                <a:solidFill>
                  <a:schemeClr val="tx1"/>
                </a:solidFill>
                <a:latin typeface="Arial" panose="020B0604020202020204" pitchFamily="34" charset="0"/>
              </a:defRPr>
            </a:lvl7pPr>
            <a:lvl8pPr marL="3429000" indent="-228600" defTabSz="895350" fontAlgn="base">
              <a:spcBef>
                <a:spcPct val="0"/>
              </a:spcBef>
              <a:spcAft>
                <a:spcPct val="0"/>
              </a:spcAft>
              <a:defRPr>
                <a:solidFill>
                  <a:schemeClr val="tx1"/>
                </a:solidFill>
                <a:latin typeface="Arial" panose="020B0604020202020204" pitchFamily="34" charset="0"/>
              </a:defRPr>
            </a:lvl8pPr>
            <a:lvl9pPr marL="3886200" indent="-228600" defTabSz="895350" fontAlgn="base">
              <a:spcBef>
                <a:spcPct val="0"/>
              </a:spcBef>
              <a:spcAft>
                <a:spcPct val="0"/>
              </a:spcAft>
              <a:defRPr>
                <a:solidFill>
                  <a:schemeClr val="tx1"/>
                </a:solidFill>
                <a:latin typeface="Arial" panose="020B0604020202020204" pitchFamily="34" charset="0"/>
              </a:defRPr>
            </a:lvl9pPr>
          </a:lstStyle>
          <a:p>
            <a:pPr lvl="1">
              <a:spcBef>
                <a:spcPct val="20000"/>
              </a:spcBef>
              <a:buClr>
                <a:srgbClr val="4E84C4"/>
              </a:buClr>
            </a:pPr>
            <a:r>
              <a:rPr lang="en-US" altLang="en-US" sz="1000" b="0" dirty="0"/>
              <a:t>    Shopper’s Stop, Lifestyle, Pantaloon, Westside</a:t>
            </a:r>
          </a:p>
        </p:txBody>
      </p:sp>
      <p:sp>
        <p:nvSpPr>
          <p:cNvPr id="867365" name="Line 36"/>
          <p:cNvSpPr>
            <a:spLocks noChangeShapeType="1"/>
          </p:cNvSpPr>
          <p:nvPr/>
        </p:nvSpPr>
        <p:spPr bwMode="auto">
          <a:xfrm>
            <a:off x="1555750" y="2667000"/>
            <a:ext cx="7407275"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867366" name="Line 37"/>
          <p:cNvSpPr>
            <a:spLocks noChangeShapeType="1"/>
          </p:cNvSpPr>
          <p:nvPr/>
        </p:nvSpPr>
        <p:spPr bwMode="auto">
          <a:xfrm>
            <a:off x="1555750" y="4740275"/>
            <a:ext cx="7407275"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867367" name="Line 38"/>
          <p:cNvSpPr>
            <a:spLocks noChangeShapeType="1"/>
          </p:cNvSpPr>
          <p:nvPr/>
        </p:nvSpPr>
        <p:spPr bwMode="auto">
          <a:xfrm>
            <a:off x="1549400" y="5715000"/>
            <a:ext cx="7408863"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nvGrpSpPr>
          <p:cNvPr id="867368" name="Group 39"/>
          <p:cNvGrpSpPr>
            <a:grpSpLocks/>
          </p:cNvGrpSpPr>
          <p:nvPr>
            <p:custDataLst>
              <p:tags r:id="rId8"/>
            </p:custDataLst>
          </p:nvPr>
        </p:nvGrpSpPr>
        <p:grpSpPr bwMode="auto">
          <a:xfrm>
            <a:off x="76200" y="5867400"/>
            <a:ext cx="1417638" cy="841375"/>
            <a:chOff x="1240" y="1968"/>
            <a:chExt cx="960" cy="960"/>
          </a:xfrm>
        </p:grpSpPr>
        <p:sp>
          <p:nvSpPr>
            <p:cNvPr id="213032" name="Rectangle 40"/>
            <p:cNvSpPr>
              <a:spLocks noChangeArrowheads="1"/>
            </p:cNvSpPr>
            <p:nvPr>
              <p:custDataLst>
                <p:tags r:id="rId12"/>
              </p:custDataLst>
            </p:nvPr>
          </p:nvSpPr>
          <p:spPr bwMode="auto">
            <a:xfrm>
              <a:off x="1240" y="1968"/>
              <a:ext cx="960" cy="960"/>
            </a:xfrm>
            <a:prstGeom prst="rect">
              <a:avLst/>
            </a:prstGeom>
            <a:solidFill>
              <a:srgbClr val="FFCC00"/>
            </a:solidFill>
            <a:ln w="12700" algn="ctr">
              <a:noFill/>
              <a:miter lim="800000"/>
              <a:headEnd/>
              <a:tailEnd/>
            </a:ln>
            <a:effectLst>
              <a:outerShdw dist="35921" dir="2700000" algn="ctr" rotWithShape="0">
                <a:schemeClr val="bg2"/>
              </a:outerShdw>
            </a:effectLst>
          </p:spPr>
          <p:txBody>
            <a:bodyPr anchor="ctr"/>
            <a:lstStyle/>
            <a:p>
              <a:pPr algn="l">
                <a:spcBef>
                  <a:spcPct val="0"/>
                </a:spcBef>
                <a:defRPr/>
              </a:pPr>
              <a:endParaRPr lang="en-US" sz="1800" b="0">
                <a:solidFill>
                  <a:schemeClr val="tx1"/>
                </a:solidFill>
                <a:latin typeface="Arial" charset="0"/>
              </a:endParaRPr>
            </a:p>
          </p:txBody>
        </p:sp>
        <p:sp>
          <p:nvSpPr>
            <p:cNvPr id="213033" name="Rectangle 41"/>
            <p:cNvSpPr>
              <a:spLocks noChangeArrowheads="1"/>
            </p:cNvSpPr>
            <p:nvPr>
              <p:custDataLst>
                <p:tags r:id="rId13"/>
              </p:custDataLst>
            </p:nvPr>
          </p:nvSpPr>
          <p:spPr bwMode="auto">
            <a:xfrm>
              <a:off x="1240" y="1968"/>
              <a:ext cx="960" cy="960"/>
            </a:xfrm>
            <a:prstGeom prst="rect">
              <a:avLst/>
            </a:prstGeom>
            <a:solidFill>
              <a:srgbClr val="FFCC00"/>
            </a:solidFill>
            <a:ln w="12700" algn="ctr">
              <a:noFill/>
              <a:miter lim="800000"/>
              <a:headEnd/>
              <a:tailEnd/>
            </a:ln>
            <a:effectLst>
              <a:outerShdw dist="35921" dir="2700000" algn="ctr" rotWithShape="0">
                <a:schemeClr val="bg2"/>
              </a:outerShdw>
            </a:effectLst>
          </p:spPr>
          <p:txBody>
            <a:bodyPr anchor="ctr"/>
            <a:lstStyle/>
            <a:p>
              <a:pPr algn="l">
                <a:spcBef>
                  <a:spcPct val="0"/>
                </a:spcBef>
                <a:defRPr/>
              </a:pPr>
              <a:r>
                <a:rPr lang="en-US" sz="1400">
                  <a:latin typeface="Arial" charset="0"/>
                </a:rPr>
                <a:t>Category killers</a:t>
              </a:r>
            </a:p>
          </p:txBody>
        </p:sp>
      </p:grpSp>
      <p:sp>
        <p:nvSpPr>
          <p:cNvPr id="867371" name="Rectangle 42"/>
          <p:cNvSpPr>
            <a:spLocks noChangeArrowheads="1"/>
          </p:cNvSpPr>
          <p:nvPr/>
        </p:nvSpPr>
        <p:spPr bwMode="auto">
          <a:xfrm>
            <a:off x="1538288" y="5715000"/>
            <a:ext cx="1804987"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lgn="l" defTabSz="895350">
              <a:spcBef>
                <a:spcPct val="0"/>
              </a:spcBef>
              <a:defRPr>
                <a:solidFill>
                  <a:schemeClr val="tx1"/>
                </a:solidFill>
                <a:latin typeface="Arial" panose="020B0604020202020204" pitchFamily="34" charset="0"/>
              </a:defRPr>
            </a:lvl1pPr>
            <a:lvl2pPr marL="144463" indent="-142875" algn="l" defTabSz="895350">
              <a:spcBef>
                <a:spcPct val="0"/>
              </a:spcBef>
              <a:defRPr>
                <a:solidFill>
                  <a:schemeClr val="tx1"/>
                </a:solidFill>
                <a:latin typeface="Arial" panose="020B0604020202020204" pitchFamily="34" charset="0"/>
              </a:defRPr>
            </a:lvl2pPr>
            <a:lvl3pPr marL="1143000" indent="-228600" algn="l" defTabSz="895350">
              <a:spcBef>
                <a:spcPct val="0"/>
              </a:spcBef>
              <a:defRPr>
                <a:solidFill>
                  <a:schemeClr val="tx1"/>
                </a:solidFill>
                <a:latin typeface="Arial" panose="020B0604020202020204" pitchFamily="34" charset="0"/>
              </a:defRPr>
            </a:lvl3pPr>
            <a:lvl4pPr marL="1600200" indent="-228600" algn="l" defTabSz="895350">
              <a:spcBef>
                <a:spcPct val="0"/>
              </a:spcBef>
              <a:defRPr>
                <a:solidFill>
                  <a:schemeClr val="tx1"/>
                </a:solidFill>
                <a:latin typeface="Arial" panose="020B0604020202020204" pitchFamily="34" charset="0"/>
              </a:defRPr>
            </a:lvl4pPr>
            <a:lvl5pPr marL="2057400" indent="-228600" algn="l" defTabSz="895350">
              <a:spcBef>
                <a:spcPct val="0"/>
              </a:spcBef>
              <a:defRPr>
                <a:solidFill>
                  <a:schemeClr val="tx1"/>
                </a:solidFill>
                <a:latin typeface="Arial" panose="020B0604020202020204" pitchFamily="34" charset="0"/>
              </a:defRPr>
            </a:lvl5pPr>
            <a:lvl6pPr marL="2514600" indent="-228600" defTabSz="895350" fontAlgn="base">
              <a:spcBef>
                <a:spcPct val="0"/>
              </a:spcBef>
              <a:spcAft>
                <a:spcPct val="0"/>
              </a:spcAft>
              <a:defRPr>
                <a:solidFill>
                  <a:schemeClr val="tx1"/>
                </a:solidFill>
                <a:latin typeface="Arial" panose="020B0604020202020204" pitchFamily="34" charset="0"/>
              </a:defRPr>
            </a:lvl6pPr>
            <a:lvl7pPr marL="2971800" indent="-228600" defTabSz="895350" fontAlgn="base">
              <a:spcBef>
                <a:spcPct val="0"/>
              </a:spcBef>
              <a:spcAft>
                <a:spcPct val="0"/>
              </a:spcAft>
              <a:defRPr>
                <a:solidFill>
                  <a:schemeClr val="tx1"/>
                </a:solidFill>
                <a:latin typeface="Arial" panose="020B0604020202020204" pitchFamily="34" charset="0"/>
              </a:defRPr>
            </a:lvl7pPr>
            <a:lvl8pPr marL="3429000" indent="-228600" defTabSz="895350" fontAlgn="base">
              <a:spcBef>
                <a:spcPct val="0"/>
              </a:spcBef>
              <a:spcAft>
                <a:spcPct val="0"/>
              </a:spcAft>
              <a:defRPr>
                <a:solidFill>
                  <a:schemeClr val="tx1"/>
                </a:solidFill>
                <a:latin typeface="Arial" panose="020B0604020202020204" pitchFamily="34" charset="0"/>
              </a:defRPr>
            </a:lvl8pPr>
            <a:lvl9pPr marL="3886200" indent="-228600" defTabSz="895350" fontAlgn="base">
              <a:spcBef>
                <a:spcPct val="0"/>
              </a:spcBef>
              <a:spcAft>
                <a:spcPct val="0"/>
              </a:spcAft>
              <a:defRPr>
                <a:solidFill>
                  <a:schemeClr val="tx1"/>
                </a:solidFill>
                <a:latin typeface="Arial" panose="020B0604020202020204" pitchFamily="34" charset="0"/>
              </a:defRPr>
            </a:lvl9pPr>
          </a:lstStyle>
          <a:p>
            <a:pPr lvl="1">
              <a:spcBef>
                <a:spcPct val="20000"/>
              </a:spcBef>
              <a:buClr>
                <a:srgbClr val="4E84C4"/>
              </a:buClr>
            </a:pPr>
            <a:r>
              <a:rPr lang="en-US" altLang="en-US" sz="1000" b="0"/>
              <a:t>    Large speciality stores focussed on one or a few categories of merchandise, offering a wide selection at low prices </a:t>
            </a:r>
          </a:p>
        </p:txBody>
      </p:sp>
      <p:sp>
        <p:nvSpPr>
          <p:cNvPr id="867372" name="Rectangle 43"/>
          <p:cNvSpPr>
            <a:spLocks noChangeArrowheads="1"/>
          </p:cNvSpPr>
          <p:nvPr/>
        </p:nvSpPr>
        <p:spPr bwMode="auto">
          <a:xfrm>
            <a:off x="3489325" y="5791200"/>
            <a:ext cx="18732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lgn="l" defTabSz="895350">
              <a:spcBef>
                <a:spcPct val="0"/>
              </a:spcBef>
              <a:defRPr>
                <a:solidFill>
                  <a:schemeClr val="tx1"/>
                </a:solidFill>
                <a:latin typeface="Arial" panose="020B0604020202020204" pitchFamily="34" charset="0"/>
              </a:defRPr>
            </a:lvl1pPr>
            <a:lvl2pPr marL="144463" indent="-142875" algn="l" defTabSz="895350">
              <a:spcBef>
                <a:spcPct val="0"/>
              </a:spcBef>
              <a:defRPr>
                <a:solidFill>
                  <a:schemeClr val="tx1"/>
                </a:solidFill>
                <a:latin typeface="Arial" panose="020B0604020202020204" pitchFamily="34" charset="0"/>
              </a:defRPr>
            </a:lvl2pPr>
            <a:lvl3pPr marL="1143000" indent="-228600" algn="l" defTabSz="895350">
              <a:spcBef>
                <a:spcPct val="0"/>
              </a:spcBef>
              <a:defRPr>
                <a:solidFill>
                  <a:schemeClr val="tx1"/>
                </a:solidFill>
                <a:latin typeface="Arial" panose="020B0604020202020204" pitchFamily="34" charset="0"/>
              </a:defRPr>
            </a:lvl3pPr>
            <a:lvl4pPr marL="1600200" indent="-228600" algn="l" defTabSz="895350">
              <a:spcBef>
                <a:spcPct val="0"/>
              </a:spcBef>
              <a:defRPr>
                <a:solidFill>
                  <a:schemeClr val="tx1"/>
                </a:solidFill>
                <a:latin typeface="Arial" panose="020B0604020202020204" pitchFamily="34" charset="0"/>
              </a:defRPr>
            </a:lvl4pPr>
            <a:lvl5pPr marL="2057400" indent="-228600" algn="l" defTabSz="895350">
              <a:spcBef>
                <a:spcPct val="0"/>
              </a:spcBef>
              <a:defRPr>
                <a:solidFill>
                  <a:schemeClr val="tx1"/>
                </a:solidFill>
                <a:latin typeface="Arial" panose="020B0604020202020204" pitchFamily="34" charset="0"/>
              </a:defRPr>
            </a:lvl5pPr>
            <a:lvl6pPr marL="2514600" indent="-228600" defTabSz="895350" fontAlgn="base">
              <a:spcBef>
                <a:spcPct val="0"/>
              </a:spcBef>
              <a:spcAft>
                <a:spcPct val="0"/>
              </a:spcAft>
              <a:defRPr>
                <a:solidFill>
                  <a:schemeClr val="tx1"/>
                </a:solidFill>
                <a:latin typeface="Arial" panose="020B0604020202020204" pitchFamily="34" charset="0"/>
              </a:defRPr>
            </a:lvl6pPr>
            <a:lvl7pPr marL="2971800" indent="-228600" defTabSz="895350" fontAlgn="base">
              <a:spcBef>
                <a:spcPct val="0"/>
              </a:spcBef>
              <a:spcAft>
                <a:spcPct val="0"/>
              </a:spcAft>
              <a:defRPr>
                <a:solidFill>
                  <a:schemeClr val="tx1"/>
                </a:solidFill>
                <a:latin typeface="Arial" panose="020B0604020202020204" pitchFamily="34" charset="0"/>
              </a:defRPr>
            </a:lvl7pPr>
            <a:lvl8pPr marL="3429000" indent="-228600" defTabSz="895350" fontAlgn="base">
              <a:spcBef>
                <a:spcPct val="0"/>
              </a:spcBef>
              <a:spcAft>
                <a:spcPct val="0"/>
              </a:spcAft>
              <a:defRPr>
                <a:solidFill>
                  <a:schemeClr val="tx1"/>
                </a:solidFill>
                <a:latin typeface="Arial" panose="020B0604020202020204" pitchFamily="34" charset="0"/>
              </a:defRPr>
            </a:lvl8pPr>
            <a:lvl9pPr marL="3886200" indent="-228600" defTabSz="895350" fontAlgn="base">
              <a:spcBef>
                <a:spcPct val="0"/>
              </a:spcBef>
              <a:spcAft>
                <a:spcPct val="0"/>
              </a:spcAft>
              <a:defRPr>
                <a:solidFill>
                  <a:schemeClr val="tx1"/>
                </a:solidFill>
                <a:latin typeface="Arial" panose="020B0604020202020204" pitchFamily="34" charset="0"/>
              </a:defRPr>
            </a:lvl9pPr>
          </a:lstStyle>
          <a:p>
            <a:pPr lvl="1">
              <a:spcBef>
                <a:spcPct val="20000"/>
              </a:spcBef>
              <a:buClr>
                <a:srgbClr val="4E84C4"/>
              </a:buClr>
            </a:pPr>
            <a:r>
              <a:rPr lang="en-US" altLang="en-US" sz="1000" b="0" dirty="0"/>
              <a:t>    Electronics, office supplies, apparel</a:t>
            </a:r>
          </a:p>
        </p:txBody>
      </p:sp>
      <p:sp>
        <p:nvSpPr>
          <p:cNvPr id="867373" name="Rectangle 44"/>
          <p:cNvSpPr>
            <a:spLocks noChangeArrowheads="1"/>
          </p:cNvSpPr>
          <p:nvPr/>
        </p:nvSpPr>
        <p:spPr bwMode="auto">
          <a:xfrm>
            <a:off x="5581650" y="5867400"/>
            <a:ext cx="114617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defTabSz="895350">
              <a:spcBef>
                <a:spcPct val="0"/>
              </a:spcBef>
              <a:defRPr>
                <a:solidFill>
                  <a:schemeClr val="tx1"/>
                </a:solidFill>
                <a:latin typeface="Arial" panose="020B0604020202020204" pitchFamily="34" charset="0"/>
              </a:defRPr>
            </a:lvl1pPr>
            <a:lvl2pPr marL="742950" indent="-285750" algn="l" defTabSz="895350">
              <a:spcBef>
                <a:spcPct val="0"/>
              </a:spcBef>
              <a:defRPr>
                <a:solidFill>
                  <a:schemeClr val="tx1"/>
                </a:solidFill>
                <a:latin typeface="Arial" panose="020B0604020202020204" pitchFamily="34" charset="0"/>
              </a:defRPr>
            </a:lvl2pPr>
            <a:lvl3pPr marL="1143000" indent="-228600" algn="l" defTabSz="895350">
              <a:spcBef>
                <a:spcPct val="0"/>
              </a:spcBef>
              <a:defRPr>
                <a:solidFill>
                  <a:schemeClr val="tx1"/>
                </a:solidFill>
                <a:latin typeface="Arial" panose="020B0604020202020204" pitchFamily="34" charset="0"/>
              </a:defRPr>
            </a:lvl3pPr>
            <a:lvl4pPr marL="1600200" indent="-228600" algn="l" defTabSz="895350">
              <a:spcBef>
                <a:spcPct val="0"/>
              </a:spcBef>
              <a:defRPr>
                <a:solidFill>
                  <a:schemeClr val="tx1"/>
                </a:solidFill>
                <a:latin typeface="Arial" panose="020B0604020202020204" pitchFamily="34" charset="0"/>
              </a:defRPr>
            </a:lvl4pPr>
            <a:lvl5pPr marL="2057400" indent="-228600" algn="l" defTabSz="895350">
              <a:spcBef>
                <a:spcPct val="0"/>
              </a:spcBef>
              <a:defRPr>
                <a:solidFill>
                  <a:schemeClr val="tx1"/>
                </a:solidFill>
                <a:latin typeface="Arial" panose="020B0604020202020204" pitchFamily="34" charset="0"/>
              </a:defRPr>
            </a:lvl5pPr>
            <a:lvl6pPr marL="2514600" indent="-228600" defTabSz="895350" fontAlgn="base">
              <a:spcBef>
                <a:spcPct val="0"/>
              </a:spcBef>
              <a:spcAft>
                <a:spcPct val="0"/>
              </a:spcAft>
              <a:defRPr>
                <a:solidFill>
                  <a:schemeClr val="tx1"/>
                </a:solidFill>
                <a:latin typeface="Arial" panose="020B0604020202020204" pitchFamily="34" charset="0"/>
              </a:defRPr>
            </a:lvl6pPr>
            <a:lvl7pPr marL="2971800" indent="-228600" defTabSz="895350" fontAlgn="base">
              <a:spcBef>
                <a:spcPct val="0"/>
              </a:spcBef>
              <a:spcAft>
                <a:spcPct val="0"/>
              </a:spcAft>
              <a:defRPr>
                <a:solidFill>
                  <a:schemeClr val="tx1"/>
                </a:solidFill>
                <a:latin typeface="Arial" panose="020B0604020202020204" pitchFamily="34" charset="0"/>
              </a:defRPr>
            </a:lvl7pPr>
            <a:lvl8pPr marL="3429000" indent="-228600" defTabSz="895350" fontAlgn="base">
              <a:spcBef>
                <a:spcPct val="0"/>
              </a:spcBef>
              <a:spcAft>
                <a:spcPct val="0"/>
              </a:spcAft>
              <a:defRPr>
                <a:solidFill>
                  <a:schemeClr val="tx1"/>
                </a:solidFill>
                <a:latin typeface="Arial" panose="020B0604020202020204" pitchFamily="34" charset="0"/>
              </a:defRPr>
            </a:lvl8pPr>
            <a:lvl9pPr marL="3886200" indent="-228600" defTabSz="895350" fontAlgn="base">
              <a:spcBef>
                <a:spcPct val="0"/>
              </a:spcBef>
              <a:spcAft>
                <a:spcPct val="0"/>
              </a:spcAft>
              <a:defRPr>
                <a:solidFill>
                  <a:schemeClr val="tx1"/>
                </a:solidFill>
                <a:latin typeface="Arial" panose="020B0604020202020204" pitchFamily="34" charset="0"/>
              </a:defRPr>
            </a:lvl9pPr>
          </a:lstStyle>
          <a:p>
            <a:pPr>
              <a:spcBef>
                <a:spcPct val="20000"/>
              </a:spcBef>
              <a:buClr>
                <a:srgbClr val="4E84C4"/>
              </a:buClr>
            </a:pPr>
            <a:r>
              <a:rPr lang="en-US" altLang="en-US" sz="1000" b="0"/>
              <a:t>20,000-100,000</a:t>
            </a:r>
          </a:p>
        </p:txBody>
      </p:sp>
      <p:sp>
        <p:nvSpPr>
          <p:cNvPr id="867374" name="Rectangle 45"/>
          <p:cNvSpPr>
            <a:spLocks noChangeArrowheads="1"/>
          </p:cNvSpPr>
          <p:nvPr/>
        </p:nvSpPr>
        <p:spPr bwMode="auto">
          <a:xfrm>
            <a:off x="6911975" y="5867400"/>
            <a:ext cx="1989138"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lgn="l" defTabSz="895350">
              <a:spcBef>
                <a:spcPct val="0"/>
              </a:spcBef>
              <a:defRPr>
                <a:solidFill>
                  <a:schemeClr val="tx1"/>
                </a:solidFill>
                <a:latin typeface="Arial" panose="020B0604020202020204" pitchFamily="34" charset="0"/>
              </a:defRPr>
            </a:lvl1pPr>
            <a:lvl2pPr marL="144463" indent="-142875" algn="l" defTabSz="895350">
              <a:spcBef>
                <a:spcPct val="0"/>
              </a:spcBef>
              <a:defRPr>
                <a:solidFill>
                  <a:schemeClr val="tx1"/>
                </a:solidFill>
                <a:latin typeface="Arial" panose="020B0604020202020204" pitchFamily="34" charset="0"/>
              </a:defRPr>
            </a:lvl2pPr>
            <a:lvl3pPr marL="1143000" indent="-228600" algn="l" defTabSz="895350">
              <a:spcBef>
                <a:spcPct val="0"/>
              </a:spcBef>
              <a:defRPr>
                <a:solidFill>
                  <a:schemeClr val="tx1"/>
                </a:solidFill>
                <a:latin typeface="Arial" panose="020B0604020202020204" pitchFamily="34" charset="0"/>
              </a:defRPr>
            </a:lvl3pPr>
            <a:lvl4pPr marL="1600200" indent="-228600" algn="l" defTabSz="895350">
              <a:spcBef>
                <a:spcPct val="0"/>
              </a:spcBef>
              <a:defRPr>
                <a:solidFill>
                  <a:schemeClr val="tx1"/>
                </a:solidFill>
                <a:latin typeface="Arial" panose="020B0604020202020204" pitchFamily="34" charset="0"/>
              </a:defRPr>
            </a:lvl4pPr>
            <a:lvl5pPr marL="2057400" indent="-228600" algn="l" defTabSz="895350">
              <a:spcBef>
                <a:spcPct val="0"/>
              </a:spcBef>
              <a:defRPr>
                <a:solidFill>
                  <a:schemeClr val="tx1"/>
                </a:solidFill>
                <a:latin typeface="Arial" panose="020B0604020202020204" pitchFamily="34" charset="0"/>
              </a:defRPr>
            </a:lvl5pPr>
            <a:lvl6pPr marL="2514600" indent="-228600" defTabSz="895350" fontAlgn="base">
              <a:spcBef>
                <a:spcPct val="0"/>
              </a:spcBef>
              <a:spcAft>
                <a:spcPct val="0"/>
              </a:spcAft>
              <a:defRPr>
                <a:solidFill>
                  <a:schemeClr val="tx1"/>
                </a:solidFill>
                <a:latin typeface="Arial" panose="020B0604020202020204" pitchFamily="34" charset="0"/>
              </a:defRPr>
            </a:lvl6pPr>
            <a:lvl7pPr marL="2971800" indent="-228600" defTabSz="895350" fontAlgn="base">
              <a:spcBef>
                <a:spcPct val="0"/>
              </a:spcBef>
              <a:spcAft>
                <a:spcPct val="0"/>
              </a:spcAft>
              <a:defRPr>
                <a:solidFill>
                  <a:schemeClr val="tx1"/>
                </a:solidFill>
                <a:latin typeface="Arial" panose="020B0604020202020204" pitchFamily="34" charset="0"/>
              </a:defRPr>
            </a:lvl7pPr>
            <a:lvl8pPr marL="3429000" indent="-228600" defTabSz="895350" fontAlgn="base">
              <a:spcBef>
                <a:spcPct val="0"/>
              </a:spcBef>
              <a:spcAft>
                <a:spcPct val="0"/>
              </a:spcAft>
              <a:defRPr>
                <a:solidFill>
                  <a:schemeClr val="tx1"/>
                </a:solidFill>
                <a:latin typeface="Arial" panose="020B0604020202020204" pitchFamily="34" charset="0"/>
              </a:defRPr>
            </a:lvl8pPr>
            <a:lvl9pPr marL="3886200" indent="-228600" defTabSz="895350" fontAlgn="base">
              <a:spcBef>
                <a:spcPct val="0"/>
              </a:spcBef>
              <a:spcAft>
                <a:spcPct val="0"/>
              </a:spcAft>
              <a:defRPr>
                <a:solidFill>
                  <a:schemeClr val="tx1"/>
                </a:solidFill>
                <a:latin typeface="Arial" panose="020B0604020202020204" pitchFamily="34" charset="0"/>
              </a:defRPr>
            </a:lvl9pPr>
          </a:lstStyle>
          <a:p>
            <a:pPr lvl="1">
              <a:spcBef>
                <a:spcPct val="20000"/>
              </a:spcBef>
              <a:buClr>
                <a:srgbClr val="4E84C4"/>
              </a:buClr>
            </a:pPr>
            <a:r>
              <a:rPr lang="en-US" altLang="en-US" sz="1000" b="0" dirty="0"/>
              <a:t>    Best Buy – Circuit City, Staples</a:t>
            </a:r>
          </a:p>
        </p:txBody>
      </p:sp>
      <p:sp>
        <p:nvSpPr>
          <p:cNvPr id="867375" name="Line 46"/>
          <p:cNvSpPr>
            <a:spLocks noChangeShapeType="1"/>
          </p:cNvSpPr>
          <p:nvPr/>
        </p:nvSpPr>
        <p:spPr bwMode="auto">
          <a:xfrm>
            <a:off x="1535113" y="3490913"/>
            <a:ext cx="7407275"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nvGrpSpPr>
          <p:cNvPr id="867376" name="Group 47"/>
          <p:cNvGrpSpPr>
            <a:grpSpLocks/>
          </p:cNvGrpSpPr>
          <p:nvPr>
            <p:custDataLst>
              <p:tags r:id="rId9"/>
            </p:custDataLst>
          </p:nvPr>
        </p:nvGrpSpPr>
        <p:grpSpPr bwMode="auto">
          <a:xfrm>
            <a:off x="76200" y="3657600"/>
            <a:ext cx="1417638" cy="841375"/>
            <a:chOff x="1240" y="1968"/>
            <a:chExt cx="960" cy="960"/>
          </a:xfrm>
        </p:grpSpPr>
        <p:sp>
          <p:nvSpPr>
            <p:cNvPr id="213040" name="Rectangle 48"/>
            <p:cNvSpPr>
              <a:spLocks noChangeArrowheads="1"/>
            </p:cNvSpPr>
            <p:nvPr>
              <p:custDataLst>
                <p:tags r:id="rId10"/>
              </p:custDataLst>
            </p:nvPr>
          </p:nvSpPr>
          <p:spPr bwMode="auto">
            <a:xfrm>
              <a:off x="1240" y="1968"/>
              <a:ext cx="960" cy="960"/>
            </a:xfrm>
            <a:prstGeom prst="rect">
              <a:avLst/>
            </a:prstGeom>
            <a:solidFill>
              <a:srgbClr val="FFCC00"/>
            </a:solidFill>
            <a:ln w="12700" algn="ctr">
              <a:noFill/>
              <a:miter lim="800000"/>
              <a:headEnd/>
              <a:tailEnd/>
            </a:ln>
            <a:effectLst>
              <a:outerShdw dist="35921" dir="2700000" algn="ctr" rotWithShape="0">
                <a:schemeClr val="bg2"/>
              </a:outerShdw>
            </a:effectLst>
          </p:spPr>
          <p:txBody>
            <a:bodyPr anchor="ctr"/>
            <a:lstStyle/>
            <a:p>
              <a:pPr algn="l">
                <a:spcBef>
                  <a:spcPct val="0"/>
                </a:spcBef>
                <a:defRPr/>
              </a:pPr>
              <a:endParaRPr lang="en-US" sz="1800" b="0">
                <a:solidFill>
                  <a:schemeClr val="tx1"/>
                </a:solidFill>
                <a:latin typeface="Arial" charset="0"/>
              </a:endParaRPr>
            </a:p>
          </p:txBody>
        </p:sp>
        <p:sp>
          <p:nvSpPr>
            <p:cNvPr id="213041" name="Rectangle 49"/>
            <p:cNvSpPr>
              <a:spLocks noChangeArrowheads="1"/>
            </p:cNvSpPr>
            <p:nvPr>
              <p:custDataLst>
                <p:tags r:id="rId11"/>
              </p:custDataLst>
            </p:nvPr>
          </p:nvSpPr>
          <p:spPr bwMode="auto">
            <a:xfrm>
              <a:off x="1240" y="1968"/>
              <a:ext cx="960" cy="960"/>
            </a:xfrm>
            <a:prstGeom prst="rect">
              <a:avLst/>
            </a:prstGeom>
            <a:solidFill>
              <a:srgbClr val="FFCC00"/>
            </a:solidFill>
            <a:ln w="12700" algn="ctr">
              <a:noFill/>
              <a:miter lim="800000"/>
              <a:headEnd/>
              <a:tailEnd/>
            </a:ln>
            <a:effectLst>
              <a:outerShdw dist="35921" dir="2700000" algn="ctr" rotWithShape="0">
                <a:schemeClr val="bg2"/>
              </a:outerShdw>
            </a:effectLst>
          </p:spPr>
          <p:txBody>
            <a:bodyPr anchor="ctr"/>
            <a:lstStyle/>
            <a:p>
              <a:pPr algn="l">
                <a:spcBef>
                  <a:spcPct val="0"/>
                </a:spcBef>
                <a:defRPr/>
              </a:pPr>
              <a:r>
                <a:rPr lang="en-US" sz="1400">
                  <a:latin typeface="Arial" charset="0"/>
                </a:rPr>
                <a:t>Convenience stores</a:t>
              </a:r>
            </a:p>
          </p:txBody>
        </p:sp>
      </p:grpSp>
      <p:sp>
        <p:nvSpPr>
          <p:cNvPr id="867379" name="Rectangle 50"/>
          <p:cNvSpPr>
            <a:spLocks noChangeArrowheads="1"/>
          </p:cNvSpPr>
          <p:nvPr/>
        </p:nvSpPr>
        <p:spPr bwMode="auto">
          <a:xfrm>
            <a:off x="1538288" y="3581400"/>
            <a:ext cx="1804987"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lgn="l" defTabSz="895350">
              <a:spcBef>
                <a:spcPct val="0"/>
              </a:spcBef>
              <a:defRPr>
                <a:solidFill>
                  <a:schemeClr val="tx1"/>
                </a:solidFill>
                <a:latin typeface="Arial" panose="020B0604020202020204" pitchFamily="34" charset="0"/>
              </a:defRPr>
            </a:lvl1pPr>
            <a:lvl2pPr marL="144463" indent="-142875" algn="l" defTabSz="895350">
              <a:spcBef>
                <a:spcPct val="0"/>
              </a:spcBef>
              <a:defRPr>
                <a:solidFill>
                  <a:schemeClr val="tx1"/>
                </a:solidFill>
                <a:latin typeface="Arial" panose="020B0604020202020204" pitchFamily="34" charset="0"/>
              </a:defRPr>
            </a:lvl2pPr>
            <a:lvl3pPr marL="1143000" indent="-228600" algn="l" defTabSz="895350">
              <a:spcBef>
                <a:spcPct val="0"/>
              </a:spcBef>
              <a:defRPr>
                <a:solidFill>
                  <a:schemeClr val="tx1"/>
                </a:solidFill>
                <a:latin typeface="Arial" panose="020B0604020202020204" pitchFamily="34" charset="0"/>
              </a:defRPr>
            </a:lvl3pPr>
            <a:lvl4pPr marL="1600200" indent="-228600" algn="l" defTabSz="895350">
              <a:spcBef>
                <a:spcPct val="0"/>
              </a:spcBef>
              <a:defRPr>
                <a:solidFill>
                  <a:schemeClr val="tx1"/>
                </a:solidFill>
                <a:latin typeface="Arial" panose="020B0604020202020204" pitchFamily="34" charset="0"/>
              </a:defRPr>
            </a:lvl4pPr>
            <a:lvl5pPr marL="2057400" indent="-228600" algn="l" defTabSz="895350">
              <a:spcBef>
                <a:spcPct val="0"/>
              </a:spcBef>
              <a:defRPr>
                <a:solidFill>
                  <a:schemeClr val="tx1"/>
                </a:solidFill>
                <a:latin typeface="Arial" panose="020B0604020202020204" pitchFamily="34" charset="0"/>
              </a:defRPr>
            </a:lvl5pPr>
            <a:lvl6pPr marL="2514600" indent="-228600" defTabSz="895350" fontAlgn="base">
              <a:spcBef>
                <a:spcPct val="0"/>
              </a:spcBef>
              <a:spcAft>
                <a:spcPct val="0"/>
              </a:spcAft>
              <a:defRPr>
                <a:solidFill>
                  <a:schemeClr val="tx1"/>
                </a:solidFill>
                <a:latin typeface="Arial" panose="020B0604020202020204" pitchFamily="34" charset="0"/>
              </a:defRPr>
            </a:lvl6pPr>
            <a:lvl7pPr marL="2971800" indent="-228600" defTabSz="895350" fontAlgn="base">
              <a:spcBef>
                <a:spcPct val="0"/>
              </a:spcBef>
              <a:spcAft>
                <a:spcPct val="0"/>
              </a:spcAft>
              <a:defRPr>
                <a:solidFill>
                  <a:schemeClr val="tx1"/>
                </a:solidFill>
                <a:latin typeface="Arial" panose="020B0604020202020204" pitchFamily="34" charset="0"/>
              </a:defRPr>
            </a:lvl7pPr>
            <a:lvl8pPr marL="3429000" indent="-228600" defTabSz="895350" fontAlgn="base">
              <a:spcBef>
                <a:spcPct val="0"/>
              </a:spcBef>
              <a:spcAft>
                <a:spcPct val="0"/>
              </a:spcAft>
              <a:defRPr>
                <a:solidFill>
                  <a:schemeClr val="tx1"/>
                </a:solidFill>
                <a:latin typeface="Arial" panose="020B0604020202020204" pitchFamily="34" charset="0"/>
              </a:defRPr>
            </a:lvl8pPr>
            <a:lvl9pPr marL="3886200" indent="-228600" defTabSz="895350" fontAlgn="base">
              <a:spcBef>
                <a:spcPct val="0"/>
              </a:spcBef>
              <a:spcAft>
                <a:spcPct val="0"/>
              </a:spcAft>
              <a:defRPr>
                <a:solidFill>
                  <a:schemeClr val="tx1"/>
                </a:solidFill>
                <a:latin typeface="Arial" panose="020B0604020202020204" pitchFamily="34" charset="0"/>
              </a:defRPr>
            </a:lvl9pPr>
          </a:lstStyle>
          <a:p>
            <a:pPr lvl="1">
              <a:spcBef>
                <a:spcPct val="20000"/>
              </a:spcBef>
              <a:buClr>
                <a:srgbClr val="4E84C4"/>
              </a:buClr>
            </a:pPr>
            <a:r>
              <a:rPr lang="en-US" altLang="en-US" sz="1000" b="0"/>
              <a:t>   Small size, easily accessible stores offering a quick shopping, fast check out experience and extended working hours</a:t>
            </a:r>
          </a:p>
        </p:txBody>
      </p:sp>
      <p:sp>
        <p:nvSpPr>
          <p:cNvPr id="867380" name="Rectangle 51"/>
          <p:cNvSpPr>
            <a:spLocks noChangeArrowheads="1"/>
          </p:cNvSpPr>
          <p:nvPr/>
        </p:nvSpPr>
        <p:spPr bwMode="auto">
          <a:xfrm>
            <a:off x="3489325" y="3581400"/>
            <a:ext cx="18732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lgn="l" defTabSz="895350">
              <a:spcBef>
                <a:spcPct val="0"/>
              </a:spcBef>
              <a:defRPr>
                <a:solidFill>
                  <a:schemeClr val="tx1"/>
                </a:solidFill>
                <a:latin typeface="Arial" panose="020B0604020202020204" pitchFamily="34" charset="0"/>
              </a:defRPr>
            </a:lvl1pPr>
            <a:lvl2pPr marL="144463" indent="-142875" algn="l" defTabSz="895350">
              <a:spcBef>
                <a:spcPct val="0"/>
              </a:spcBef>
              <a:defRPr>
                <a:solidFill>
                  <a:schemeClr val="tx1"/>
                </a:solidFill>
                <a:latin typeface="Arial" panose="020B0604020202020204" pitchFamily="34" charset="0"/>
              </a:defRPr>
            </a:lvl2pPr>
            <a:lvl3pPr marL="1143000" indent="-228600" algn="l" defTabSz="895350">
              <a:spcBef>
                <a:spcPct val="0"/>
              </a:spcBef>
              <a:defRPr>
                <a:solidFill>
                  <a:schemeClr val="tx1"/>
                </a:solidFill>
                <a:latin typeface="Arial" panose="020B0604020202020204" pitchFamily="34" charset="0"/>
              </a:defRPr>
            </a:lvl3pPr>
            <a:lvl4pPr marL="1600200" indent="-228600" algn="l" defTabSz="895350">
              <a:spcBef>
                <a:spcPct val="0"/>
              </a:spcBef>
              <a:defRPr>
                <a:solidFill>
                  <a:schemeClr val="tx1"/>
                </a:solidFill>
                <a:latin typeface="Arial" panose="020B0604020202020204" pitchFamily="34" charset="0"/>
              </a:defRPr>
            </a:lvl4pPr>
            <a:lvl5pPr marL="2057400" indent="-228600" algn="l" defTabSz="895350">
              <a:spcBef>
                <a:spcPct val="0"/>
              </a:spcBef>
              <a:defRPr>
                <a:solidFill>
                  <a:schemeClr val="tx1"/>
                </a:solidFill>
                <a:latin typeface="Arial" panose="020B0604020202020204" pitchFamily="34" charset="0"/>
              </a:defRPr>
            </a:lvl5pPr>
            <a:lvl6pPr marL="2514600" indent="-228600" defTabSz="895350" fontAlgn="base">
              <a:spcBef>
                <a:spcPct val="0"/>
              </a:spcBef>
              <a:spcAft>
                <a:spcPct val="0"/>
              </a:spcAft>
              <a:defRPr>
                <a:solidFill>
                  <a:schemeClr val="tx1"/>
                </a:solidFill>
                <a:latin typeface="Arial" panose="020B0604020202020204" pitchFamily="34" charset="0"/>
              </a:defRPr>
            </a:lvl6pPr>
            <a:lvl7pPr marL="2971800" indent="-228600" defTabSz="895350" fontAlgn="base">
              <a:spcBef>
                <a:spcPct val="0"/>
              </a:spcBef>
              <a:spcAft>
                <a:spcPct val="0"/>
              </a:spcAft>
              <a:defRPr>
                <a:solidFill>
                  <a:schemeClr val="tx1"/>
                </a:solidFill>
                <a:latin typeface="Arial" panose="020B0604020202020204" pitchFamily="34" charset="0"/>
              </a:defRPr>
            </a:lvl7pPr>
            <a:lvl8pPr marL="3429000" indent="-228600" defTabSz="895350" fontAlgn="base">
              <a:spcBef>
                <a:spcPct val="0"/>
              </a:spcBef>
              <a:spcAft>
                <a:spcPct val="0"/>
              </a:spcAft>
              <a:defRPr>
                <a:solidFill>
                  <a:schemeClr val="tx1"/>
                </a:solidFill>
                <a:latin typeface="Arial" panose="020B0604020202020204" pitchFamily="34" charset="0"/>
              </a:defRPr>
            </a:lvl8pPr>
            <a:lvl9pPr marL="3886200" indent="-228600" defTabSz="895350" fontAlgn="base">
              <a:spcBef>
                <a:spcPct val="0"/>
              </a:spcBef>
              <a:spcAft>
                <a:spcPct val="0"/>
              </a:spcAft>
              <a:defRPr>
                <a:solidFill>
                  <a:schemeClr val="tx1"/>
                </a:solidFill>
                <a:latin typeface="Arial" panose="020B0604020202020204" pitchFamily="34" charset="0"/>
              </a:defRPr>
            </a:lvl9pPr>
          </a:lstStyle>
          <a:p>
            <a:pPr lvl="1">
              <a:spcBef>
                <a:spcPct val="20000"/>
              </a:spcBef>
              <a:buClr>
                <a:srgbClr val="4E84C4"/>
              </a:buClr>
            </a:pPr>
            <a:r>
              <a:rPr lang="en-US" altLang="en-US" sz="1000" b="0" dirty="0"/>
              <a:t>    Food, groceries, medicines</a:t>
            </a:r>
          </a:p>
        </p:txBody>
      </p:sp>
      <p:sp>
        <p:nvSpPr>
          <p:cNvPr id="867381" name="Rectangle 52"/>
          <p:cNvSpPr>
            <a:spLocks noChangeArrowheads="1"/>
          </p:cNvSpPr>
          <p:nvPr/>
        </p:nvSpPr>
        <p:spPr bwMode="auto">
          <a:xfrm>
            <a:off x="5581650" y="3581400"/>
            <a:ext cx="114617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defTabSz="895350">
              <a:spcBef>
                <a:spcPct val="0"/>
              </a:spcBef>
              <a:defRPr>
                <a:solidFill>
                  <a:schemeClr val="tx1"/>
                </a:solidFill>
                <a:latin typeface="Arial" panose="020B0604020202020204" pitchFamily="34" charset="0"/>
              </a:defRPr>
            </a:lvl1pPr>
            <a:lvl2pPr marL="742950" indent="-285750" algn="l" defTabSz="895350">
              <a:spcBef>
                <a:spcPct val="0"/>
              </a:spcBef>
              <a:defRPr>
                <a:solidFill>
                  <a:schemeClr val="tx1"/>
                </a:solidFill>
                <a:latin typeface="Arial" panose="020B0604020202020204" pitchFamily="34" charset="0"/>
              </a:defRPr>
            </a:lvl2pPr>
            <a:lvl3pPr marL="1143000" indent="-228600" algn="l" defTabSz="895350">
              <a:spcBef>
                <a:spcPct val="0"/>
              </a:spcBef>
              <a:defRPr>
                <a:solidFill>
                  <a:schemeClr val="tx1"/>
                </a:solidFill>
                <a:latin typeface="Arial" panose="020B0604020202020204" pitchFamily="34" charset="0"/>
              </a:defRPr>
            </a:lvl3pPr>
            <a:lvl4pPr marL="1600200" indent="-228600" algn="l" defTabSz="895350">
              <a:spcBef>
                <a:spcPct val="0"/>
              </a:spcBef>
              <a:defRPr>
                <a:solidFill>
                  <a:schemeClr val="tx1"/>
                </a:solidFill>
                <a:latin typeface="Arial" panose="020B0604020202020204" pitchFamily="34" charset="0"/>
              </a:defRPr>
            </a:lvl4pPr>
            <a:lvl5pPr marL="2057400" indent="-228600" algn="l" defTabSz="895350">
              <a:spcBef>
                <a:spcPct val="0"/>
              </a:spcBef>
              <a:defRPr>
                <a:solidFill>
                  <a:schemeClr val="tx1"/>
                </a:solidFill>
                <a:latin typeface="Arial" panose="020B0604020202020204" pitchFamily="34" charset="0"/>
              </a:defRPr>
            </a:lvl5pPr>
            <a:lvl6pPr marL="2514600" indent="-228600" defTabSz="895350" fontAlgn="base">
              <a:spcBef>
                <a:spcPct val="0"/>
              </a:spcBef>
              <a:spcAft>
                <a:spcPct val="0"/>
              </a:spcAft>
              <a:defRPr>
                <a:solidFill>
                  <a:schemeClr val="tx1"/>
                </a:solidFill>
                <a:latin typeface="Arial" panose="020B0604020202020204" pitchFamily="34" charset="0"/>
              </a:defRPr>
            </a:lvl6pPr>
            <a:lvl7pPr marL="2971800" indent="-228600" defTabSz="895350" fontAlgn="base">
              <a:spcBef>
                <a:spcPct val="0"/>
              </a:spcBef>
              <a:spcAft>
                <a:spcPct val="0"/>
              </a:spcAft>
              <a:defRPr>
                <a:solidFill>
                  <a:schemeClr val="tx1"/>
                </a:solidFill>
                <a:latin typeface="Arial" panose="020B0604020202020204" pitchFamily="34" charset="0"/>
              </a:defRPr>
            </a:lvl7pPr>
            <a:lvl8pPr marL="3429000" indent="-228600" defTabSz="895350" fontAlgn="base">
              <a:spcBef>
                <a:spcPct val="0"/>
              </a:spcBef>
              <a:spcAft>
                <a:spcPct val="0"/>
              </a:spcAft>
              <a:defRPr>
                <a:solidFill>
                  <a:schemeClr val="tx1"/>
                </a:solidFill>
                <a:latin typeface="Arial" panose="020B0604020202020204" pitchFamily="34" charset="0"/>
              </a:defRPr>
            </a:lvl8pPr>
            <a:lvl9pPr marL="3886200" indent="-228600" defTabSz="895350" fontAlgn="base">
              <a:spcBef>
                <a:spcPct val="0"/>
              </a:spcBef>
              <a:spcAft>
                <a:spcPct val="0"/>
              </a:spcAft>
              <a:defRPr>
                <a:solidFill>
                  <a:schemeClr val="tx1"/>
                </a:solidFill>
                <a:latin typeface="Arial" panose="020B0604020202020204" pitchFamily="34" charset="0"/>
              </a:defRPr>
            </a:lvl9pPr>
          </a:lstStyle>
          <a:p>
            <a:pPr>
              <a:spcBef>
                <a:spcPct val="20000"/>
              </a:spcBef>
              <a:buClr>
                <a:srgbClr val="4E84C4"/>
              </a:buClr>
            </a:pPr>
            <a:r>
              <a:rPr lang="en-US" altLang="en-US" sz="1000" b="0"/>
              <a:t>500-2,000</a:t>
            </a:r>
          </a:p>
        </p:txBody>
      </p:sp>
      <p:sp>
        <p:nvSpPr>
          <p:cNvPr id="867382" name="Rectangle 53"/>
          <p:cNvSpPr>
            <a:spLocks noChangeArrowheads="1"/>
          </p:cNvSpPr>
          <p:nvPr/>
        </p:nvSpPr>
        <p:spPr bwMode="auto">
          <a:xfrm>
            <a:off x="6911975" y="3567113"/>
            <a:ext cx="1989138"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lgn="l" defTabSz="895350">
              <a:spcBef>
                <a:spcPct val="0"/>
              </a:spcBef>
              <a:defRPr>
                <a:solidFill>
                  <a:schemeClr val="tx1"/>
                </a:solidFill>
                <a:latin typeface="Arial" panose="020B0604020202020204" pitchFamily="34" charset="0"/>
              </a:defRPr>
            </a:lvl1pPr>
            <a:lvl2pPr marL="144463" indent="-142875" algn="l" defTabSz="895350">
              <a:spcBef>
                <a:spcPct val="0"/>
              </a:spcBef>
              <a:defRPr>
                <a:solidFill>
                  <a:schemeClr val="tx1"/>
                </a:solidFill>
                <a:latin typeface="Arial" panose="020B0604020202020204" pitchFamily="34" charset="0"/>
              </a:defRPr>
            </a:lvl2pPr>
            <a:lvl3pPr marL="1143000" indent="-228600" algn="l" defTabSz="895350">
              <a:spcBef>
                <a:spcPct val="0"/>
              </a:spcBef>
              <a:defRPr>
                <a:solidFill>
                  <a:schemeClr val="tx1"/>
                </a:solidFill>
                <a:latin typeface="Arial" panose="020B0604020202020204" pitchFamily="34" charset="0"/>
              </a:defRPr>
            </a:lvl3pPr>
            <a:lvl4pPr marL="1600200" indent="-228600" algn="l" defTabSz="895350">
              <a:spcBef>
                <a:spcPct val="0"/>
              </a:spcBef>
              <a:defRPr>
                <a:solidFill>
                  <a:schemeClr val="tx1"/>
                </a:solidFill>
                <a:latin typeface="Arial" panose="020B0604020202020204" pitchFamily="34" charset="0"/>
              </a:defRPr>
            </a:lvl4pPr>
            <a:lvl5pPr marL="2057400" indent="-228600" algn="l" defTabSz="895350">
              <a:spcBef>
                <a:spcPct val="0"/>
              </a:spcBef>
              <a:defRPr>
                <a:solidFill>
                  <a:schemeClr val="tx1"/>
                </a:solidFill>
                <a:latin typeface="Arial" panose="020B0604020202020204" pitchFamily="34" charset="0"/>
              </a:defRPr>
            </a:lvl5pPr>
            <a:lvl6pPr marL="2514600" indent="-228600" defTabSz="895350" fontAlgn="base">
              <a:spcBef>
                <a:spcPct val="0"/>
              </a:spcBef>
              <a:spcAft>
                <a:spcPct val="0"/>
              </a:spcAft>
              <a:defRPr>
                <a:solidFill>
                  <a:schemeClr val="tx1"/>
                </a:solidFill>
                <a:latin typeface="Arial" panose="020B0604020202020204" pitchFamily="34" charset="0"/>
              </a:defRPr>
            </a:lvl6pPr>
            <a:lvl7pPr marL="2971800" indent="-228600" defTabSz="895350" fontAlgn="base">
              <a:spcBef>
                <a:spcPct val="0"/>
              </a:spcBef>
              <a:spcAft>
                <a:spcPct val="0"/>
              </a:spcAft>
              <a:defRPr>
                <a:solidFill>
                  <a:schemeClr val="tx1"/>
                </a:solidFill>
                <a:latin typeface="Arial" panose="020B0604020202020204" pitchFamily="34" charset="0"/>
              </a:defRPr>
            </a:lvl7pPr>
            <a:lvl8pPr marL="3429000" indent="-228600" defTabSz="895350" fontAlgn="base">
              <a:spcBef>
                <a:spcPct val="0"/>
              </a:spcBef>
              <a:spcAft>
                <a:spcPct val="0"/>
              </a:spcAft>
              <a:defRPr>
                <a:solidFill>
                  <a:schemeClr val="tx1"/>
                </a:solidFill>
                <a:latin typeface="Arial" panose="020B0604020202020204" pitchFamily="34" charset="0"/>
              </a:defRPr>
            </a:lvl8pPr>
            <a:lvl9pPr marL="3886200" indent="-228600" defTabSz="895350" fontAlgn="base">
              <a:spcBef>
                <a:spcPct val="0"/>
              </a:spcBef>
              <a:spcAft>
                <a:spcPct val="0"/>
              </a:spcAft>
              <a:defRPr>
                <a:solidFill>
                  <a:schemeClr val="tx1"/>
                </a:solidFill>
                <a:latin typeface="Arial" panose="020B0604020202020204" pitchFamily="34" charset="0"/>
              </a:defRPr>
            </a:lvl9pPr>
          </a:lstStyle>
          <a:p>
            <a:pPr lvl="1">
              <a:spcBef>
                <a:spcPct val="20000"/>
              </a:spcBef>
              <a:buClr>
                <a:srgbClr val="4E84C4"/>
              </a:buClr>
            </a:pPr>
            <a:r>
              <a:rPr lang="en-US" altLang="en-US" sz="1000" b="0" dirty="0"/>
              <a:t>     </a:t>
            </a:r>
            <a:r>
              <a:rPr lang="en-US" altLang="en-US" sz="1000" b="0" dirty="0" err="1"/>
              <a:t>In&amp;Out</a:t>
            </a:r>
            <a:endParaRPr lang="en-US" altLang="en-US" sz="1000" b="0" dirty="0"/>
          </a:p>
        </p:txBody>
      </p:sp>
    </p:spTree>
    <p:extLst>
      <p:ext uri="{BB962C8B-B14F-4D97-AF65-F5344CB8AC3E}">
        <p14:creationId xmlns:p14="http://schemas.microsoft.com/office/powerpoint/2010/main" val="193523176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673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6735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6738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6736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673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7350" grpId="0"/>
      <p:bldP spid="867357" grpId="0"/>
      <p:bldP spid="867364" grpId="0"/>
      <p:bldP spid="867374" grpId="0"/>
      <p:bldP spid="86738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lide Number Placeholder 1"/>
          <p:cNvSpPr>
            <a:spLocks noGrp="1"/>
          </p:cNvSpPr>
          <p:nvPr>
            <p:ph type="sldNum" sz="quarter" idx="10"/>
          </p:nvPr>
        </p:nvSpPr>
        <p:spPr/>
        <p:txBody>
          <a:bodyPr/>
          <a:lstStyle/>
          <a:p>
            <a:fld id="{3EE02006-74F2-4C1C-8DFD-AE104139E5C4}" type="slidenum">
              <a:rPr lang="en-GB" altLang="en-US"/>
              <a:pPr/>
              <a:t>6</a:t>
            </a:fld>
            <a:endParaRPr lang="en-GB" altLang="en-US"/>
          </a:p>
        </p:txBody>
      </p:sp>
      <p:sp>
        <p:nvSpPr>
          <p:cNvPr id="869378" name="Rectangle 2"/>
          <p:cNvSpPr>
            <a:spLocks noGrp="1" noChangeArrowheads="1"/>
          </p:cNvSpPr>
          <p:nvPr>
            <p:ph type="title" idx="4294967295"/>
            <p:custDataLst>
              <p:tags r:id="rId2"/>
            </p:custDataLst>
          </p:nvPr>
        </p:nvSpPr>
        <p:spPr>
          <a:xfrm>
            <a:off x="0" y="0"/>
            <a:ext cx="6865938" cy="595313"/>
          </a:xfrm>
        </p:spPr>
        <p:txBody>
          <a:bodyPr/>
          <a:lstStyle/>
          <a:p>
            <a:pPr defTabSz="895350"/>
            <a:r>
              <a:rPr lang="en-US" altLang="en-US" sz="2400" b="0"/>
              <a:t>Format Definition (Contd.)</a:t>
            </a:r>
          </a:p>
        </p:txBody>
      </p:sp>
      <p:graphicFrame>
        <p:nvGraphicFramePr>
          <p:cNvPr id="869379" name="Rectangle 3" hidden="1"/>
          <p:cNvGraphicFramePr>
            <a:graphicFrameLocks/>
          </p:cNvGraphicFramePr>
          <p:nvPr>
            <p:custDataLst>
              <p:tags r:id="rId3"/>
            </p:custDataLst>
          </p:nvPr>
        </p:nvGraphicFramePr>
        <p:xfrm>
          <a:off x="0" y="0"/>
          <a:ext cx="161925" cy="161925"/>
        </p:xfrm>
        <a:graphic>
          <a:graphicData uri="http://schemas.openxmlformats.org/presentationml/2006/ole">
            <mc:AlternateContent xmlns:mc="http://schemas.openxmlformats.org/markup-compatibility/2006">
              <mc:Choice xmlns:v="urn:schemas-microsoft-com:vml" Requires="v">
                <p:oleObj spid="_x0000_s5466" r:id="rId16" imgW="0" imgH="0" progId="TCLayout.ActiveDocument">
                  <p:embed/>
                </p:oleObj>
              </mc:Choice>
              <mc:Fallback>
                <p:oleObj r:id="rId16" imgW="0" imgH="0" progId="TCLayout.ActiveDocument">
                  <p:embed/>
                  <p:pic>
                    <p:nvPicPr>
                      <p:cNvPr id="0" name=""/>
                      <p:cNvPicPr preferRelativeResize="0">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0" y="0"/>
                        <a:ext cx="161925" cy="161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69380" name="Rectangle 4" hidden="1"/>
          <p:cNvSpPr>
            <a:spLocks noChangeArrowheads="1"/>
          </p:cNvSpPr>
          <p:nvPr>
            <p:custDataLst>
              <p:tags r:id="rId4"/>
            </p:custDataLst>
          </p:nvPr>
        </p:nvSpPr>
        <p:spPr bwMode="auto">
          <a:xfrm>
            <a:off x="0" y="0"/>
            <a:ext cx="161925" cy="161925"/>
          </a:xfrm>
          <a:prstGeom prst="rect">
            <a:avLst/>
          </a:prstGeom>
          <a:solidFill>
            <a:schemeClr val="accent1"/>
          </a:solidFill>
          <a:ln w="9525">
            <a:solidFill>
              <a:schemeClr val="tx1"/>
            </a:solidFill>
            <a:miter lim="800000"/>
            <a:headEnd/>
            <a:tailEnd/>
          </a:ln>
        </p:spPr>
        <p:txBody>
          <a:bodyPr wrap="none" lIns="22676" tIns="0" rIns="22676" bIns="0" anchor="ctr"/>
          <a:lstStyle>
            <a:lvl1pPr algn="l" defTabSz="933450">
              <a:spcBef>
                <a:spcPct val="0"/>
              </a:spcBef>
              <a:defRPr>
                <a:solidFill>
                  <a:schemeClr val="tx1"/>
                </a:solidFill>
                <a:latin typeface="Arial" panose="020B0604020202020204" pitchFamily="34" charset="0"/>
              </a:defRPr>
            </a:lvl1pPr>
            <a:lvl2pPr marL="742950" indent="-285750" algn="l" defTabSz="933450">
              <a:spcBef>
                <a:spcPct val="0"/>
              </a:spcBef>
              <a:defRPr>
                <a:solidFill>
                  <a:schemeClr val="tx1"/>
                </a:solidFill>
                <a:latin typeface="Arial" panose="020B0604020202020204" pitchFamily="34" charset="0"/>
              </a:defRPr>
            </a:lvl2pPr>
            <a:lvl3pPr marL="1143000" indent="-228600" algn="l" defTabSz="933450">
              <a:spcBef>
                <a:spcPct val="0"/>
              </a:spcBef>
              <a:defRPr>
                <a:solidFill>
                  <a:schemeClr val="tx1"/>
                </a:solidFill>
                <a:latin typeface="Arial" panose="020B0604020202020204" pitchFamily="34" charset="0"/>
              </a:defRPr>
            </a:lvl3pPr>
            <a:lvl4pPr marL="1600200" indent="-228600" algn="l" defTabSz="933450">
              <a:spcBef>
                <a:spcPct val="0"/>
              </a:spcBef>
              <a:defRPr>
                <a:solidFill>
                  <a:schemeClr val="tx1"/>
                </a:solidFill>
                <a:latin typeface="Arial" panose="020B0604020202020204" pitchFamily="34" charset="0"/>
              </a:defRPr>
            </a:lvl4pPr>
            <a:lvl5pPr marL="2057400" indent="-228600" algn="l" defTabSz="933450">
              <a:spcBef>
                <a:spcPct val="0"/>
              </a:spcBef>
              <a:defRPr>
                <a:solidFill>
                  <a:schemeClr val="tx1"/>
                </a:solidFill>
                <a:latin typeface="Arial" panose="020B0604020202020204" pitchFamily="34" charset="0"/>
              </a:defRPr>
            </a:lvl5pPr>
            <a:lvl6pPr marL="2514600" indent="-228600" defTabSz="933450" fontAlgn="base">
              <a:spcBef>
                <a:spcPct val="0"/>
              </a:spcBef>
              <a:spcAft>
                <a:spcPct val="0"/>
              </a:spcAft>
              <a:defRPr>
                <a:solidFill>
                  <a:schemeClr val="tx1"/>
                </a:solidFill>
                <a:latin typeface="Arial" panose="020B0604020202020204" pitchFamily="34" charset="0"/>
              </a:defRPr>
            </a:lvl6pPr>
            <a:lvl7pPr marL="2971800" indent="-228600" defTabSz="933450" fontAlgn="base">
              <a:spcBef>
                <a:spcPct val="0"/>
              </a:spcBef>
              <a:spcAft>
                <a:spcPct val="0"/>
              </a:spcAft>
              <a:defRPr>
                <a:solidFill>
                  <a:schemeClr val="tx1"/>
                </a:solidFill>
                <a:latin typeface="Arial" panose="020B0604020202020204" pitchFamily="34" charset="0"/>
              </a:defRPr>
            </a:lvl7pPr>
            <a:lvl8pPr marL="3429000" indent="-228600" defTabSz="933450" fontAlgn="base">
              <a:spcBef>
                <a:spcPct val="0"/>
              </a:spcBef>
              <a:spcAft>
                <a:spcPct val="0"/>
              </a:spcAft>
              <a:defRPr>
                <a:solidFill>
                  <a:schemeClr val="tx1"/>
                </a:solidFill>
                <a:latin typeface="Arial" panose="020B0604020202020204" pitchFamily="34" charset="0"/>
              </a:defRPr>
            </a:lvl8pPr>
            <a:lvl9pPr marL="3886200" indent="-228600" defTabSz="933450" fontAlgn="base">
              <a:spcBef>
                <a:spcPct val="0"/>
              </a:spcBef>
              <a:spcAft>
                <a:spcPct val="0"/>
              </a:spcAft>
              <a:defRPr>
                <a:solidFill>
                  <a:schemeClr val="tx1"/>
                </a:solidFill>
                <a:latin typeface="Arial" panose="020B0604020202020204" pitchFamily="34" charset="0"/>
              </a:defRPr>
            </a:lvl9pPr>
          </a:lstStyle>
          <a:p>
            <a:pPr algn="ctr"/>
            <a:r>
              <a:rPr lang="en-US" altLang="en-US" sz="1400" b="0">
                <a:cs typeface="Arial" panose="020B0604020202020204" pitchFamily="34" charset="0"/>
              </a:rPr>
              <a:t>12</a:t>
            </a:r>
          </a:p>
        </p:txBody>
      </p:sp>
      <p:sp>
        <p:nvSpPr>
          <p:cNvPr id="869381" name="Rectangle 5"/>
          <p:cNvSpPr>
            <a:spLocks noChangeArrowheads="1"/>
          </p:cNvSpPr>
          <p:nvPr/>
        </p:nvSpPr>
        <p:spPr bwMode="auto">
          <a:xfrm>
            <a:off x="177800" y="722313"/>
            <a:ext cx="1098550"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defTabSz="895350">
              <a:spcBef>
                <a:spcPct val="0"/>
              </a:spcBef>
              <a:defRPr>
                <a:solidFill>
                  <a:schemeClr val="tx1"/>
                </a:solidFill>
                <a:latin typeface="Arial" panose="020B0604020202020204" pitchFamily="34" charset="0"/>
              </a:defRPr>
            </a:lvl1pPr>
            <a:lvl2pPr marL="742950" indent="-285750" algn="l" defTabSz="895350">
              <a:spcBef>
                <a:spcPct val="0"/>
              </a:spcBef>
              <a:defRPr>
                <a:solidFill>
                  <a:schemeClr val="tx1"/>
                </a:solidFill>
                <a:latin typeface="Arial" panose="020B0604020202020204" pitchFamily="34" charset="0"/>
              </a:defRPr>
            </a:lvl2pPr>
            <a:lvl3pPr marL="1143000" indent="-228600" algn="l" defTabSz="895350">
              <a:spcBef>
                <a:spcPct val="0"/>
              </a:spcBef>
              <a:defRPr>
                <a:solidFill>
                  <a:schemeClr val="tx1"/>
                </a:solidFill>
                <a:latin typeface="Arial" panose="020B0604020202020204" pitchFamily="34" charset="0"/>
              </a:defRPr>
            </a:lvl3pPr>
            <a:lvl4pPr marL="1600200" indent="-228600" algn="l" defTabSz="895350">
              <a:spcBef>
                <a:spcPct val="0"/>
              </a:spcBef>
              <a:defRPr>
                <a:solidFill>
                  <a:schemeClr val="tx1"/>
                </a:solidFill>
                <a:latin typeface="Arial" panose="020B0604020202020204" pitchFamily="34" charset="0"/>
              </a:defRPr>
            </a:lvl4pPr>
            <a:lvl5pPr marL="2057400" indent="-228600" algn="l" defTabSz="895350">
              <a:spcBef>
                <a:spcPct val="0"/>
              </a:spcBef>
              <a:defRPr>
                <a:solidFill>
                  <a:schemeClr val="tx1"/>
                </a:solidFill>
                <a:latin typeface="Arial" panose="020B0604020202020204" pitchFamily="34" charset="0"/>
              </a:defRPr>
            </a:lvl5pPr>
            <a:lvl6pPr marL="2514600" indent="-228600" defTabSz="895350" fontAlgn="base">
              <a:spcBef>
                <a:spcPct val="0"/>
              </a:spcBef>
              <a:spcAft>
                <a:spcPct val="0"/>
              </a:spcAft>
              <a:defRPr>
                <a:solidFill>
                  <a:schemeClr val="tx1"/>
                </a:solidFill>
                <a:latin typeface="Arial" panose="020B0604020202020204" pitchFamily="34" charset="0"/>
              </a:defRPr>
            </a:lvl6pPr>
            <a:lvl7pPr marL="2971800" indent="-228600" defTabSz="895350" fontAlgn="base">
              <a:spcBef>
                <a:spcPct val="0"/>
              </a:spcBef>
              <a:spcAft>
                <a:spcPct val="0"/>
              </a:spcAft>
              <a:defRPr>
                <a:solidFill>
                  <a:schemeClr val="tx1"/>
                </a:solidFill>
                <a:latin typeface="Arial" panose="020B0604020202020204" pitchFamily="34" charset="0"/>
              </a:defRPr>
            </a:lvl7pPr>
            <a:lvl8pPr marL="3429000" indent="-228600" defTabSz="895350" fontAlgn="base">
              <a:spcBef>
                <a:spcPct val="0"/>
              </a:spcBef>
              <a:spcAft>
                <a:spcPct val="0"/>
              </a:spcAft>
              <a:defRPr>
                <a:solidFill>
                  <a:schemeClr val="tx1"/>
                </a:solidFill>
                <a:latin typeface="Arial" panose="020B0604020202020204" pitchFamily="34" charset="0"/>
              </a:defRPr>
            </a:lvl8pPr>
            <a:lvl9pPr marL="3886200" indent="-228600" defTabSz="895350" fontAlgn="base">
              <a:spcBef>
                <a:spcPct val="0"/>
              </a:spcBef>
              <a:spcAft>
                <a:spcPct val="0"/>
              </a:spcAft>
              <a:defRPr>
                <a:solidFill>
                  <a:schemeClr val="tx1"/>
                </a:solidFill>
                <a:latin typeface="Arial" panose="020B0604020202020204" pitchFamily="34" charset="0"/>
              </a:defRPr>
            </a:lvl9pPr>
          </a:lstStyle>
          <a:p>
            <a:pPr>
              <a:spcBef>
                <a:spcPct val="20000"/>
              </a:spcBef>
              <a:buClr>
                <a:srgbClr val="4E84C4"/>
              </a:buClr>
            </a:pPr>
            <a:r>
              <a:rPr lang="en-US" altLang="en-US" sz="1400" dirty="0">
                <a:solidFill>
                  <a:schemeClr val="bg1"/>
                </a:solidFill>
                <a:latin typeface="+mn-lt"/>
              </a:rPr>
              <a:t>Formats</a:t>
            </a:r>
          </a:p>
        </p:txBody>
      </p:sp>
      <p:sp>
        <p:nvSpPr>
          <p:cNvPr id="869382" name="Rectangle 6"/>
          <p:cNvSpPr>
            <a:spLocks noChangeArrowheads="1"/>
          </p:cNvSpPr>
          <p:nvPr/>
        </p:nvSpPr>
        <p:spPr bwMode="auto">
          <a:xfrm>
            <a:off x="1543050" y="738415"/>
            <a:ext cx="180498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defTabSz="895350">
              <a:spcBef>
                <a:spcPct val="0"/>
              </a:spcBef>
              <a:defRPr>
                <a:solidFill>
                  <a:schemeClr val="tx1"/>
                </a:solidFill>
                <a:latin typeface="Arial" panose="020B0604020202020204" pitchFamily="34" charset="0"/>
              </a:defRPr>
            </a:lvl1pPr>
            <a:lvl2pPr marL="742950" indent="-285750" algn="l" defTabSz="895350">
              <a:spcBef>
                <a:spcPct val="0"/>
              </a:spcBef>
              <a:defRPr>
                <a:solidFill>
                  <a:schemeClr val="tx1"/>
                </a:solidFill>
                <a:latin typeface="Arial" panose="020B0604020202020204" pitchFamily="34" charset="0"/>
              </a:defRPr>
            </a:lvl2pPr>
            <a:lvl3pPr marL="1143000" indent="-228600" algn="l" defTabSz="895350">
              <a:spcBef>
                <a:spcPct val="0"/>
              </a:spcBef>
              <a:defRPr>
                <a:solidFill>
                  <a:schemeClr val="tx1"/>
                </a:solidFill>
                <a:latin typeface="Arial" panose="020B0604020202020204" pitchFamily="34" charset="0"/>
              </a:defRPr>
            </a:lvl3pPr>
            <a:lvl4pPr marL="1600200" indent="-228600" algn="l" defTabSz="895350">
              <a:spcBef>
                <a:spcPct val="0"/>
              </a:spcBef>
              <a:defRPr>
                <a:solidFill>
                  <a:schemeClr val="tx1"/>
                </a:solidFill>
                <a:latin typeface="Arial" panose="020B0604020202020204" pitchFamily="34" charset="0"/>
              </a:defRPr>
            </a:lvl4pPr>
            <a:lvl5pPr marL="2057400" indent="-228600" algn="l" defTabSz="895350">
              <a:spcBef>
                <a:spcPct val="0"/>
              </a:spcBef>
              <a:defRPr>
                <a:solidFill>
                  <a:schemeClr val="tx1"/>
                </a:solidFill>
                <a:latin typeface="Arial" panose="020B0604020202020204" pitchFamily="34" charset="0"/>
              </a:defRPr>
            </a:lvl5pPr>
            <a:lvl6pPr marL="2514600" indent="-228600" defTabSz="895350" fontAlgn="base">
              <a:spcBef>
                <a:spcPct val="0"/>
              </a:spcBef>
              <a:spcAft>
                <a:spcPct val="0"/>
              </a:spcAft>
              <a:defRPr>
                <a:solidFill>
                  <a:schemeClr val="tx1"/>
                </a:solidFill>
                <a:latin typeface="Arial" panose="020B0604020202020204" pitchFamily="34" charset="0"/>
              </a:defRPr>
            </a:lvl6pPr>
            <a:lvl7pPr marL="2971800" indent="-228600" defTabSz="895350" fontAlgn="base">
              <a:spcBef>
                <a:spcPct val="0"/>
              </a:spcBef>
              <a:spcAft>
                <a:spcPct val="0"/>
              </a:spcAft>
              <a:defRPr>
                <a:solidFill>
                  <a:schemeClr val="tx1"/>
                </a:solidFill>
                <a:latin typeface="Arial" panose="020B0604020202020204" pitchFamily="34" charset="0"/>
              </a:defRPr>
            </a:lvl7pPr>
            <a:lvl8pPr marL="3429000" indent="-228600" defTabSz="895350" fontAlgn="base">
              <a:spcBef>
                <a:spcPct val="0"/>
              </a:spcBef>
              <a:spcAft>
                <a:spcPct val="0"/>
              </a:spcAft>
              <a:defRPr>
                <a:solidFill>
                  <a:schemeClr val="tx1"/>
                </a:solidFill>
                <a:latin typeface="Arial" panose="020B0604020202020204" pitchFamily="34" charset="0"/>
              </a:defRPr>
            </a:lvl8pPr>
            <a:lvl9pPr marL="3886200" indent="-228600" defTabSz="895350" fontAlgn="base">
              <a:spcBef>
                <a:spcPct val="0"/>
              </a:spcBef>
              <a:spcAft>
                <a:spcPct val="0"/>
              </a:spcAft>
              <a:defRPr>
                <a:solidFill>
                  <a:schemeClr val="tx1"/>
                </a:solidFill>
                <a:latin typeface="Arial" panose="020B0604020202020204" pitchFamily="34" charset="0"/>
              </a:defRPr>
            </a:lvl9pPr>
          </a:lstStyle>
          <a:p>
            <a:pPr>
              <a:spcBef>
                <a:spcPct val="20000"/>
              </a:spcBef>
              <a:buClr>
                <a:srgbClr val="4E84C4"/>
              </a:buClr>
            </a:pPr>
            <a:r>
              <a:rPr lang="en-US" altLang="en-US" sz="1400" dirty="0">
                <a:solidFill>
                  <a:schemeClr val="bg1"/>
                </a:solidFill>
                <a:latin typeface="+mn-lt"/>
              </a:rPr>
              <a:t>Description</a:t>
            </a:r>
          </a:p>
        </p:txBody>
      </p:sp>
      <p:sp>
        <p:nvSpPr>
          <p:cNvPr id="869383" name="Rectangle 7"/>
          <p:cNvSpPr>
            <a:spLocks noChangeArrowheads="1"/>
          </p:cNvSpPr>
          <p:nvPr/>
        </p:nvSpPr>
        <p:spPr bwMode="auto">
          <a:xfrm>
            <a:off x="5551488" y="744538"/>
            <a:ext cx="1282700" cy="4739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lgn="l" defTabSz="895350">
              <a:spcBef>
                <a:spcPct val="0"/>
              </a:spcBef>
              <a:defRPr>
                <a:solidFill>
                  <a:schemeClr val="tx1"/>
                </a:solidFill>
                <a:latin typeface="Arial" panose="020B0604020202020204" pitchFamily="34" charset="0"/>
              </a:defRPr>
            </a:lvl1pPr>
            <a:lvl2pPr marL="742950" indent="-285750" algn="l" defTabSz="895350">
              <a:spcBef>
                <a:spcPct val="0"/>
              </a:spcBef>
              <a:defRPr>
                <a:solidFill>
                  <a:schemeClr val="tx1"/>
                </a:solidFill>
                <a:latin typeface="Arial" panose="020B0604020202020204" pitchFamily="34" charset="0"/>
              </a:defRPr>
            </a:lvl2pPr>
            <a:lvl3pPr marL="1143000" indent="-228600" algn="l" defTabSz="895350">
              <a:spcBef>
                <a:spcPct val="0"/>
              </a:spcBef>
              <a:defRPr>
                <a:solidFill>
                  <a:schemeClr val="tx1"/>
                </a:solidFill>
                <a:latin typeface="Arial" panose="020B0604020202020204" pitchFamily="34" charset="0"/>
              </a:defRPr>
            </a:lvl3pPr>
            <a:lvl4pPr marL="1600200" indent="-228600" algn="l" defTabSz="895350">
              <a:spcBef>
                <a:spcPct val="0"/>
              </a:spcBef>
              <a:defRPr>
                <a:solidFill>
                  <a:schemeClr val="tx1"/>
                </a:solidFill>
                <a:latin typeface="Arial" panose="020B0604020202020204" pitchFamily="34" charset="0"/>
              </a:defRPr>
            </a:lvl4pPr>
            <a:lvl5pPr marL="2057400" indent="-228600" algn="l" defTabSz="895350">
              <a:spcBef>
                <a:spcPct val="0"/>
              </a:spcBef>
              <a:defRPr>
                <a:solidFill>
                  <a:schemeClr val="tx1"/>
                </a:solidFill>
                <a:latin typeface="Arial" panose="020B0604020202020204" pitchFamily="34" charset="0"/>
              </a:defRPr>
            </a:lvl5pPr>
            <a:lvl6pPr marL="2514600" indent="-228600" defTabSz="895350" fontAlgn="base">
              <a:spcBef>
                <a:spcPct val="0"/>
              </a:spcBef>
              <a:spcAft>
                <a:spcPct val="0"/>
              </a:spcAft>
              <a:defRPr>
                <a:solidFill>
                  <a:schemeClr val="tx1"/>
                </a:solidFill>
                <a:latin typeface="Arial" panose="020B0604020202020204" pitchFamily="34" charset="0"/>
              </a:defRPr>
            </a:lvl6pPr>
            <a:lvl7pPr marL="2971800" indent="-228600" defTabSz="895350" fontAlgn="base">
              <a:spcBef>
                <a:spcPct val="0"/>
              </a:spcBef>
              <a:spcAft>
                <a:spcPct val="0"/>
              </a:spcAft>
              <a:defRPr>
                <a:solidFill>
                  <a:schemeClr val="tx1"/>
                </a:solidFill>
                <a:latin typeface="Arial" panose="020B0604020202020204" pitchFamily="34" charset="0"/>
              </a:defRPr>
            </a:lvl7pPr>
            <a:lvl8pPr marL="3429000" indent="-228600" defTabSz="895350" fontAlgn="base">
              <a:spcBef>
                <a:spcPct val="0"/>
              </a:spcBef>
              <a:spcAft>
                <a:spcPct val="0"/>
              </a:spcAft>
              <a:defRPr>
                <a:solidFill>
                  <a:schemeClr val="tx1"/>
                </a:solidFill>
                <a:latin typeface="Arial" panose="020B0604020202020204" pitchFamily="34" charset="0"/>
              </a:defRPr>
            </a:lvl8pPr>
            <a:lvl9pPr marL="3886200" indent="-228600" defTabSz="895350" fontAlgn="base">
              <a:spcBef>
                <a:spcPct val="0"/>
              </a:spcBef>
              <a:spcAft>
                <a:spcPct val="0"/>
              </a:spcAft>
              <a:defRPr>
                <a:solidFill>
                  <a:schemeClr val="tx1"/>
                </a:solidFill>
                <a:latin typeface="Arial" panose="020B0604020202020204" pitchFamily="34" charset="0"/>
              </a:defRPr>
            </a:lvl9pPr>
          </a:lstStyle>
          <a:p>
            <a:pPr>
              <a:spcBef>
                <a:spcPct val="20000"/>
              </a:spcBef>
              <a:buClr>
                <a:srgbClr val="4E84C4"/>
              </a:buClr>
            </a:pPr>
            <a:r>
              <a:rPr lang="en-US" altLang="en-US" sz="1400" dirty="0">
                <a:solidFill>
                  <a:schemeClr val="bg1"/>
                </a:solidFill>
                <a:latin typeface="+mn-lt"/>
              </a:rPr>
              <a:t>Typical size </a:t>
            </a:r>
            <a:r>
              <a:rPr lang="en-US" altLang="en-US" sz="1400" dirty="0" err="1">
                <a:solidFill>
                  <a:schemeClr val="bg1"/>
                </a:solidFill>
                <a:latin typeface="+mn-lt"/>
              </a:rPr>
              <a:t>Sq.ft</a:t>
            </a:r>
            <a:r>
              <a:rPr lang="en-US" altLang="en-US" sz="1400" dirty="0">
                <a:solidFill>
                  <a:schemeClr val="bg1"/>
                </a:solidFill>
                <a:latin typeface="+mn-lt"/>
              </a:rPr>
              <a:t>.</a:t>
            </a:r>
          </a:p>
          <a:p>
            <a:pPr>
              <a:spcBef>
                <a:spcPct val="20000"/>
              </a:spcBef>
              <a:buClr>
                <a:srgbClr val="4E84C4"/>
              </a:buClr>
              <a:buFontTx/>
              <a:buChar char="•"/>
            </a:pPr>
            <a:endParaRPr lang="en-US" altLang="en-US" sz="1400" dirty="0">
              <a:solidFill>
                <a:schemeClr val="bg1"/>
              </a:solidFill>
              <a:latin typeface="+mn-lt"/>
            </a:endParaRPr>
          </a:p>
        </p:txBody>
      </p:sp>
      <p:sp>
        <p:nvSpPr>
          <p:cNvPr id="869384" name="Rectangle 8"/>
          <p:cNvSpPr>
            <a:spLocks noChangeArrowheads="1"/>
          </p:cNvSpPr>
          <p:nvPr/>
        </p:nvSpPr>
        <p:spPr bwMode="auto">
          <a:xfrm>
            <a:off x="7373944" y="806449"/>
            <a:ext cx="1479550"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defTabSz="895350">
              <a:spcBef>
                <a:spcPct val="0"/>
              </a:spcBef>
              <a:defRPr>
                <a:solidFill>
                  <a:schemeClr val="tx1"/>
                </a:solidFill>
                <a:latin typeface="Arial" panose="020B0604020202020204" pitchFamily="34" charset="0"/>
              </a:defRPr>
            </a:lvl1pPr>
            <a:lvl2pPr marL="742950" indent="-285750" algn="l" defTabSz="895350">
              <a:spcBef>
                <a:spcPct val="0"/>
              </a:spcBef>
              <a:defRPr>
                <a:solidFill>
                  <a:schemeClr val="tx1"/>
                </a:solidFill>
                <a:latin typeface="Arial" panose="020B0604020202020204" pitchFamily="34" charset="0"/>
              </a:defRPr>
            </a:lvl2pPr>
            <a:lvl3pPr marL="1143000" indent="-228600" algn="l" defTabSz="895350">
              <a:spcBef>
                <a:spcPct val="0"/>
              </a:spcBef>
              <a:defRPr>
                <a:solidFill>
                  <a:schemeClr val="tx1"/>
                </a:solidFill>
                <a:latin typeface="Arial" panose="020B0604020202020204" pitchFamily="34" charset="0"/>
              </a:defRPr>
            </a:lvl3pPr>
            <a:lvl4pPr marL="1600200" indent="-228600" algn="l" defTabSz="895350">
              <a:spcBef>
                <a:spcPct val="0"/>
              </a:spcBef>
              <a:defRPr>
                <a:solidFill>
                  <a:schemeClr val="tx1"/>
                </a:solidFill>
                <a:latin typeface="Arial" panose="020B0604020202020204" pitchFamily="34" charset="0"/>
              </a:defRPr>
            </a:lvl4pPr>
            <a:lvl5pPr marL="2057400" indent="-228600" algn="l" defTabSz="895350">
              <a:spcBef>
                <a:spcPct val="0"/>
              </a:spcBef>
              <a:defRPr>
                <a:solidFill>
                  <a:schemeClr val="tx1"/>
                </a:solidFill>
                <a:latin typeface="Arial" panose="020B0604020202020204" pitchFamily="34" charset="0"/>
              </a:defRPr>
            </a:lvl5pPr>
            <a:lvl6pPr marL="2514600" indent="-228600" defTabSz="895350" fontAlgn="base">
              <a:spcBef>
                <a:spcPct val="0"/>
              </a:spcBef>
              <a:spcAft>
                <a:spcPct val="0"/>
              </a:spcAft>
              <a:defRPr>
                <a:solidFill>
                  <a:schemeClr val="tx1"/>
                </a:solidFill>
                <a:latin typeface="Arial" panose="020B0604020202020204" pitchFamily="34" charset="0"/>
              </a:defRPr>
            </a:lvl6pPr>
            <a:lvl7pPr marL="2971800" indent="-228600" defTabSz="895350" fontAlgn="base">
              <a:spcBef>
                <a:spcPct val="0"/>
              </a:spcBef>
              <a:spcAft>
                <a:spcPct val="0"/>
              </a:spcAft>
              <a:defRPr>
                <a:solidFill>
                  <a:schemeClr val="tx1"/>
                </a:solidFill>
                <a:latin typeface="Arial" panose="020B0604020202020204" pitchFamily="34" charset="0"/>
              </a:defRPr>
            </a:lvl7pPr>
            <a:lvl8pPr marL="3429000" indent="-228600" defTabSz="895350" fontAlgn="base">
              <a:spcBef>
                <a:spcPct val="0"/>
              </a:spcBef>
              <a:spcAft>
                <a:spcPct val="0"/>
              </a:spcAft>
              <a:defRPr>
                <a:solidFill>
                  <a:schemeClr val="tx1"/>
                </a:solidFill>
                <a:latin typeface="Arial" panose="020B0604020202020204" pitchFamily="34" charset="0"/>
              </a:defRPr>
            </a:lvl8pPr>
            <a:lvl9pPr marL="3886200" indent="-228600" defTabSz="895350" fontAlgn="base">
              <a:spcBef>
                <a:spcPct val="0"/>
              </a:spcBef>
              <a:spcAft>
                <a:spcPct val="0"/>
              </a:spcAft>
              <a:defRPr>
                <a:solidFill>
                  <a:schemeClr val="tx1"/>
                </a:solidFill>
                <a:latin typeface="Arial" panose="020B0604020202020204" pitchFamily="34" charset="0"/>
              </a:defRPr>
            </a:lvl9pPr>
          </a:lstStyle>
          <a:p>
            <a:pPr>
              <a:spcBef>
                <a:spcPct val="20000"/>
              </a:spcBef>
              <a:buClr>
                <a:srgbClr val="4E84C4"/>
              </a:buClr>
            </a:pPr>
            <a:r>
              <a:rPr lang="en-US" altLang="en-US" sz="1400" dirty="0">
                <a:solidFill>
                  <a:schemeClr val="bg1"/>
                </a:solidFill>
                <a:latin typeface="+mn-lt"/>
              </a:rPr>
              <a:t>Example</a:t>
            </a:r>
          </a:p>
        </p:txBody>
      </p:sp>
      <p:sp>
        <p:nvSpPr>
          <p:cNvPr id="869385" name="Line 9"/>
          <p:cNvSpPr>
            <a:spLocks noChangeShapeType="1"/>
          </p:cNvSpPr>
          <p:nvPr/>
        </p:nvSpPr>
        <p:spPr bwMode="auto">
          <a:xfrm>
            <a:off x="177800" y="1219200"/>
            <a:ext cx="120808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en-US" sz="1400">
              <a:solidFill>
                <a:schemeClr val="bg1"/>
              </a:solidFill>
            </a:endParaRPr>
          </a:p>
        </p:txBody>
      </p:sp>
      <p:sp>
        <p:nvSpPr>
          <p:cNvPr id="869386" name="Line 10"/>
          <p:cNvSpPr>
            <a:spLocks noChangeShapeType="1"/>
          </p:cNvSpPr>
          <p:nvPr/>
        </p:nvSpPr>
        <p:spPr bwMode="auto">
          <a:xfrm>
            <a:off x="1555750" y="1219200"/>
            <a:ext cx="180498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400">
              <a:solidFill>
                <a:schemeClr val="bg1"/>
              </a:solidFill>
            </a:endParaRPr>
          </a:p>
        </p:txBody>
      </p:sp>
      <p:sp>
        <p:nvSpPr>
          <p:cNvPr id="869387" name="Line 11"/>
          <p:cNvSpPr>
            <a:spLocks noChangeShapeType="1"/>
          </p:cNvSpPr>
          <p:nvPr/>
        </p:nvSpPr>
        <p:spPr bwMode="auto">
          <a:xfrm>
            <a:off x="3503613" y="1219200"/>
            <a:ext cx="183038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400">
              <a:solidFill>
                <a:schemeClr val="bg1"/>
              </a:solidFill>
            </a:endParaRPr>
          </a:p>
        </p:txBody>
      </p:sp>
      <p:sp>
        <p:nvSpPr>
          <p:cNvPr id="869388" name="Line 12"/>
          <p:cNvSpPr>
            <a:spLocks noChangeShapeType="1"/>
          </p:cNvSpPr>
          <p:nvPr/>
        </p:nvSpPr>
        <p:spPr bwMode="auto">
          <a:xfrm>
            <a:off x="5549900" y="1219200"/>
            <a:ext cx="12096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400">
              <a:solidFill>
                <a:schemeClr val="bg1"/>
              </a:solidFill>
            </a:endParaRPr>
          </a:p>
        </p:txBody>
      </p:sp>
      <p:sp>
        <p:nvSpPr>
          <p:cNvPr id="869389" name="Line 13"/>
          <p:cNvSpPr>
            <a:spLocks noChangeShapeType="1"/>
          </p:cNvSpPr>
          <p:nvPr/>
        </p:nvSpPr>
        <p:spPr bwMode="auto">
          <a:xfrm>
            <a:off x="6965950" y="1219200"/>
            <a:ext cx="20256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400">
              <a:solidFill>
                <a:schemeClr val="bg1"/>
              </a:solidFill>
            </a:endParaRPr>
          </a:p>
        </p:txBody>
      </p:sp>
      <p:grpSp>
        <p:nvGrpSpPr>
          <p:cNvPr id="869390" name="Group 14"/>
          <p:cNvGrpSpPr>
            <a:grpSpLocks/>
          </p:cNvGrpSpPr>
          <p:nvPr>
            <p:custDataLst>
              <p:tags r:id="rId5"/>
            </p:custDataLst>
          </p:nvPr>
        </p:nvGrpSpPr>
        <p:grpSpPr bwMode="auto">
          <a:xfrm>
            <a:off x="76200" y="2359025"/>
            <a:ext cx="1417638" cy="841375"/>
            <a:chOff x="1240" y="1968"/>
            <a:chExt cx="960" cy="960"/>
          </a:xfrm>
        </p:grpSpPr>
        <p:sp>
          <p:nvSpPr>
            <p:cNvPr id="215055" name="Rectangle 15"/>
            <p:cNvSpPr>
              <a:spLocks noChangeArrowheads="1"/>
            </p:cNvSpPr>
            <p:nvPr>
              <p:custDataLst>
                <p:tags r:id="rId12"/>
              </p:custDataLst>
            </p:nvPr>
          </p:nvSpPr>
          <p:spPr bwMode="auto">
            <a:xfrm>
              <a:off x="1240" y="1968"/>
              <a:ext cx="960" cy="960"/>
            </a:xfrm>
            <a:prstGeom prst="rect">
              <a:avLst/>
            </a:prstGeom>
            <a:solidFill>
              <a:srgbClr val="FFCC00"/>
            </a:solidFill>
            <a:ln w="12700" algn="ctr">
              <a:noFill/>
              <a:miter lim="800000"/>
              <a:headEnd/>
              <a:tailEnd/>
            </a:ln>
            <a:effectLst>
              <a:outerShdw dist="35921" dir="2700000" algn="ctr" rotWithShape="0">
                <a:schemeClr val="bg2"/>
              </a:outerShdw>
            </a:effectLst>
          </p:spPr>
          <p:txBody>
            <a:bodyPr anchor="ctr"/>
            <a:lstStyle/>
            <a:p>
              <a:pPr algn="l">
                <a:spcBef>
                  <a:spcPct val="0"/>
                </a:spcBef>
                <a:defRPr/>
              </a:pPr>
              <a:endParaRPr lang="en-US" sz="1800" b="0">
                <a:solidFill>
                  <a:schemeClr val="tx1"/>
                </a:solidFill>
                <a:latin typeface="Arial" charset="0"/>
              </a:endParaRPr>
            </a:p>
          </p:txBody>
        </p:sp>
        <p:sp>
          <p:nvSpPr>
            <p:cNvPr id="215056" name="Rectangle 16"/>
            <p:cNvSpPr>
              <a:spLocks noChangeArrowheads="1"/>
            </p:cNvSpPr>
            <p:nvPr>
              <p:custDataLst>
                <p:tags r:id="rId13"/>
              </p:custDataLst>
            </p:nvPr>
          </p:nvSpPr>
          <p:spPr bwMode="auto">
            <a:xfrm>
              <a:off x="1240" y="1968"/>
              <a:ext cx="960" cy="960"/>
            </a:xfrm>
            <a:prstGeom prst="rect">
              <a:avLst/>
            </a:prstGeom>
            <a:solidFill>
              <a:srgbClr val="FFCC00"/>
            </a:solidFill>
            <a:ln w="12700" algn="ctr">
              <a:noFill/>
              <a:miter lim="800000"/>
              <a:headEnd/>
              <a:tailEnd/>
            </a:ln>
            <a:effectLst>
              <a:outerShdw dist="35921" dir="2700000" algn="ctr" rotWithShape="0">
                <a:schemeClr val="bg2"/>
              </a:outerShdw>
            </a:effectLst>
          </p:spPr>
          <p:txBody>
            <a:bodyPr anchor="ctr"/>
            <a:lstStyle/>
            <a:p>
              <a:pPr algn="l">
                <a:spcBef>
                  <a:spcPct val="0"/>
                </a:spcBef>
                <a:defRPr/>
              </a:pPr>
              <a:r>
                <a:rPr lang="en-US" sz="1400">
                  <a:latin typeface="Arial" charset="0"/>
                </a:rPr>
                <a:t>Single brand outlets</a:t>
              </a:r>
            </a:p>
          </p:txBody>
        </p:sp>
      </p:grpSp>
      <p:sp>
        <p:nvSpPr>
          <p:cNvPr id="869393" name="Rectangle 17"/>
          <p:cNvSpPr>
            <a:spLocks noChangeArrowheads="1"/>
          </p:cNvSpPr>
          <p:nvPr/>
        </p:nvSpPr>
        <p:spPr bwMode="auto">
          <a:xfrm>
            <a:off x="1543050" y="2476500"/>
            <a:ext cx="18049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marL="342900" indent="-342900" algn="l" defTabSz="895350">
              <a:spcBef>
                <a:spcPct val="0"/>
              </a:spcBef>
              <a:defRPr>
                <a:solidFill>
                  <a:schemeClr val="tx1"/>
                </a:solidFill>
                <a:latin typeface="Arial" panose="020B0604020202020204" pitchFamily="34" charset="0"/>
              </a:defRPr>
            </a:lvl1pPr>
            <a:lvl2pPr marL="144463" indent="-142875" algn="l" defTabSz="895350">
              <a:spcBef>
                <a:spcPct val="0"/>
              </a:spcBef>
              <a:defRPr>
                <a:solidFill>
                  <a:schemeClr val="tx1"/>
                </a:solidFill>
                <a:latin typeface="Arial" panose="020B0604020202020204" pitchFamily="34" charset="0"/>
              </a:defRPr>
            </a:lvl2pPr>
            <a:lvl3pPr marL="1143000" indent="-228600" algn="l" defTabSz="895350">
              <a:spcBef>
                <a:spcPct val="0"/>
              </a:spcBef>
              <a:defRPr>
                <a:solidFill>
                  <a:schemeClr val="tx1"/>
                </a:solidFill>
                <a:latin typeface="Arial" panose="020B0604020202020204" pitchFamily="34" charset="0"/>
              </a:defRPr>
            </a:lvl3pPr>
            <a:lvl4pPr marL="1600200" indent="-228600" algn="l" defTabSz="895350">
              <a:spcBef>
                <a:spcPct val="0"/>
              </a:spcBef>
              <a:defRPr>
                <a:solidFill>
                  <a:schemeClr val="tx1"/>
                </a:solidFill>
                <a:latin typeface="Arial" panose="020B0604020202020204" pitchFamily="34" charset="0"/>
              </a:defRPr>
            </a:lvl4pPr>
            <a:lvl5pPr marL="2057400" indent="-228600" algn="l" defTabSz="895350">
              <a:spcBef>
                <a:spcPct val="0"/>
              </a:spcBef>
              <a:defRPr>
                <a:solidFill>
                  <a:schemeClr val="tx1"/>
                </a:solidFill>
                <a:latin typeface="Arial" panose="020B0604020202020204" pitchFamily="34" charset="0"/>
              </a:defRPr>
            </a:lvl5pPr>
            <a:lvl6pPr marL="2514600" indent="-228600" defTabSz="895350" fontAlgn="base">
              <a:spcBef>
                <a:spcPct val="0"/>
              </a:spcBef>
              <a:spcAft>
                <a:spcPct val="0"/>
              </a:spcAft>
              <a:defRPr>
                <a:solidFill>
                  <a:schemeClr val="tx1"/>
                </a:solidFill>
                <a:latin typeface="Arial" panose="020B0604020202020204" pitchFamily="34" charset="0"/>
              </a:defRPr>
            </a:lvl6pPr>
            <a:lvl7pPr marL="2971800" indent="-228600" defTabSz="895350" fontAlgn="base">
              <a:spcBef>
                <a:spcPct val="0"/>
              </a:spcBef>
              <a:spcAft>
                <a:spcPct val="0"/>
              </a:spcAft>
              <a:defRPr>
                <a:solidFill>
                  <a:schemeClr val="tx1"/>
                </a:solidFill>
                <a:latin typeface="Arial" panose="020B0604020202020204" pitchFamily="34" charset="0"/>
              </a:defRPr>
            </a:lvl7pPr>
            <a:lvl8pPr marL="3429000" indent="-228600" defTabSz="895350" fontAlgn="base">
              <a:spcBef>
                <a:spcPct val="0"/>
              </a:spcBef>
              <a:spcAft>
                <a:spcPct val="0"/>
              </a:spcAft>
              <a:defRPr>
                <a:solidFill>
                  <a:schemeClr val="tx1"/>
                </a:solidFill>
                <a:latin typeface="Arial" panose="020B0604020202020204" pitchFamily="34" charset="0"/>
              </a:defRPr>
            </a:lvl8pPr>
            <a:lvl9pPr marL="3886200" indent="-228600" defTabSz="895350" fontAlgn="base">
              <a:spcBef>
                <a:spcPct val="0"/>
              </a:spcBef>
              <a:spcAft>
                <a:spcPct val="0"/>
              </a:spcAft>
              <a:defRPr>
                <a:solidFill>
                  <a:schemeClr val="tx1"/>
                </a:solidFill>
                <a:latin typeface="Arial" panose="020B0604020202020204" pitchFamily="34" charset="0"/>
              </a:defRPr>
            </a:lvl9pPr>
          </a:lstStyle>
          <a:p>
            <a:pPr lvl="1">
              <a:spcBef>
                <a:spcPct val="20000"/>
              </a:spcBef>
              <a:buClr>
                <a:srgbClr val="4E84C4"/>
              </a:buClr>
            </a:pPr>
            <a:r>
              <a:rPr lang="en-US" altLang="en-US" sz="1000" b="0" dirty="0"/>
              <a:t>    Retail outlet offering products of a single brand</a:t>
            </a:r>
          </a:p>
        </p:txBody>
      </p:sp>
      <p:sp>
        <p:nvSpPr>
          <p:cNvPr id="869394" name="Rectangle 18"/>
          <p:cNvSpPr>
            <a:spLocks noChangeArrowheads="1"/>
          </p:cNvSpPr>
          <p:nvPr/>
        </p:nvSpPr>
        <p:spPr bwMode="auto">
          <a:xfrm>
            <a:off x="3494088" y="2476500"/>
            <a:ext cx="18748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marL="342900" indent="-342900" algn="l" defTabSz="895350">
              <a:spcBef>
                <a:spcPct val="0"/>
              </a:spcBef>
              <a:defRPr>
                <a:solidFill>
                  <a:schemeClr val="tx1"/>
                </a:solidFill>
                <a:latin typeface="Arial" panose="020B0604020202020204" pitchFamily="34" charset="0"/>
              </a:defRPr>
            </a:lvl1pPr>
            <a:lvl2pPr marL="144463" indent="-142875" algn="l" defTabSz="895350">
              <a:spcBef>
                <a:spcPct val="0"/>
              </a:spcBef>
              <a:defRPr>
                <a:solidFill>
                  <a:schemeClr val="tx1"/>
                </a:solidFill>
                <a:latin typeface="Arial" panose="020B0604020202020204" pitchFamily="34" charset="0"/>
              </a:defRPr>
            </a:lvl2pPr>
            <a:lvl3pPr marL="1143000" indent="-228600" algn="l" defTabSz="895350">
              <a:spcBef>
                <a:spcPct val="0"/>
              </a:spcBef>
              <a:defRPr>
                <a:solidFill>
                  <a:schemeClr val="tx1"/>
                </a:solidFill>
                <a:latin typeface="Arial" panose="020B0604020202020204" pitchFamily="34" charset="0"/>
              </a:defRPr>
            </a:lvl3pPr>
            <a:lvl4pPr marL="1600200" indent="-228600" algn="l" defTabSz="895350">
              <a:spcBef>
                <a:spcPct val="0"/>
              </a:spcBef>
              <a:defRPr>
                <a:solidFill>
                  <a:schemeClr val="tx1"/>
                </a:solidFill>
                <a:latin typeface="Arial" panose="020B0604020202020204" pitchFamily="34" charset="0"/>
              </a:defRPr>
            </a:lvl4pPr>
            <a:lvl5pPr marL="2057400" indent="-228600" algn="l" defTabSz="895350">
              <a:spcBef>
                <a:spcPct val="0"/>
              </a:spcBef>
              <a:defRPr>
                <a:solidFill>
                  <a:schemeClr val="tx1"/>
                </a:solidFill>
                <a:latin typeface="Arial" panose="020B0604020202020204" pitchFamily="34" charset="0"/>
              </a:defRPr>
            </a:lvl5pPr>
            <a:lvl6pPr marL="2514600" indent="-228600" defTabSz="895350" fontAlgn="base">
              <a:spcBef>
                <a:spcPct val="0"/>
              </a:spcBef>
              <a:spcAft>
                <a:spcPct val="0"/>
              </a:spcAft>
              <a:defRPr>
                <a:solidFill>
                  <a:schemeClr val="tx1"/>
                </a:solidFill>
                <a:latin typeface="Arial" panose="020B0604020202020204" pitchFamily="34" charset="0"/>
              </a:defRPr>
            </a:lvl6pPr>
            <a:lvl7pPr marL="2971800" indent="-228600" defTabSz="895350" fontAlgn="base">
              <a:spcBef>
                <a:spcPct val="0"/>
              </a:spcBef>
              <a:spcAft>
                <a:spcPct val="0"/>
              </a:spcAft>
              <a:defRPr>
                <a:solidFill>
                  <a:schemeClr val="tx1"/>
                </a:solidFill>
                <a:latin typeface="Arial" panose="020B0604020202020204" pitchFamily="34" charset="0"/>
              </a:defRPr>
            </a:lvl7pPr>
            <a:lvl8pPr marL="3429000" indent="-228600" defTabSz="895350" fontAlgn="base">
              <a:spcBef>
                <a:spcPct val="0"/>
              </a:spcBef>
              <a:spcAft>
                <a:spcPct val="0"/>
              </a:spcAft>
              <a:defRPr>
                <a:solidFill>
                  <a:schemeClr val="tx1"/>
                </a:solidFill>
                <a:latin typeface="Arial" panose="020B0604020202020204" pitchFamily="34" charset="0"/>
              </a:defRPr>
            </a:lvl8pPr>
            <a:lvl9pPr marL="3886200" indent="-228600" defTabSz="895350" fontAlgn="base">
              <a:spcBef>
                <a:spcPct val="0"/>
              </a:spcBef>
              <a:spcAft>
                <a:spcPct val="0"/>
              </a:spcAft>
              <a:defRPr>
                <a:solidFill>
                  <a:schemeClr val="tx1"/>
                </a:solidFill>
                <a:latin typeface="Arial" panose="020B0604020202020204" pitchFamily="34" charset="0"/>
              </a:defRPr>
            </a:lvl9pPr>
          </a:lstStyle>
          <a:p>
            <a:pPr lvl="1">
              <a:spcBef>
                <a:spcPct val="20000"/>
              </a:spcBef>
              <a:buClr>
                <a:srgbClr val="4E84C4"/>
              </a:buClr>
            </a:pPr>
            <a:r>
              <a:rPr lang="en-US" altLang="en-US" sz="1000" b="0" dirty="0"/>
              <a:t>    Apparel, footwear, </a:t>
            </a:r>
            <a:r>
              <a:rPr lang="en-US" altLang="en-US" sz="1000" b="0" dirty="0" err="1"/>
              <a:t>tyres</a:t>
            </a:r>
            <a:r>
              <a:rPr lang="en-US" altLang="en-US" sz="1000" b="0" dirty="0"/>
              <a:t>, food services, furniture</a:t>
            </a:r>
          </a:p>
        </p:txBody>
      </p:sp>
      <p:sp>
        <p:nvSpPr>
          <p:cNvPr id="869395" name="Rectangle 19"/>
          <p:cNvSpPr>
            <a:spLocks noChangeArrowheads="1"/>
          </p:cNvSpPr>
          <p:nvPr/>
        </p:nvSpPr>
        <p:spPr bwMode="auto">
          <a:xfrm>
            <a:off x="5586413" y="2476500"/>
            <a:ext cx="1146175"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defTabSz="895350">
              <a:spcBef>
                <a:spcPct val="0"/>
              </a:spcBef>
              <a:defRPr>
                <a:solidFill>
                  <a:schemeClr val="tx1"/>
                </a:solidFill>
                <a:latin typeface="Arial" panose="020B0604020202020204" pitchFamily="34" charset="0"/>
              </a:defRPr>
            </a:lvl1pPr>
            <a:lvl2pPr marL="742950" indent="-285750" algn="l" defTabSz="895350">
              <a:spcBef>
                <a:spcPct val="0"/>
              </a:spcBef>
              <a:defRPr>
                <a:solidFill>
                  <a:schemeClr val="tx1"/>
                </a:solidFill>
                <a:latin typeface="Arial" panose="020B0604020202020204" pitchFamily="34" charset="0"/>
              </a:defRPr>
            </a:lvl2pPr>
            <a:lvl3pPr marL="1143000" indent="-228600" algn="l" defTabSz="895350">
              <a:spcBef>
                <a:spcPct val="0"/>
              </a:spcBef>
              <a:defRPr>
                <a:solidFill>
                  <a:schemeClr val="tx1"/>
                </a:solidFill>
                <a:latin typeface="Arial" panose="020B0604020202020204" pitchFamily="34" charset="0"/>
              </a:defRPr>
            </a:lvl3pPr>
            <a:lvl4pPr marL="1600200" indent="-228600" algn="l" defTabSz="895350">
              <a:spcBef>
                <a:spcPct val="0"/>
              </a:spcBef>
              <a:defRPr>
                <a:solidFill>
                  <a:schemeClr val="tx1"/>
                </a:solidFill>
                <a:latin typeface="Arial" panose="020B0604020202020204" pitchFamily="34" charset="0"/>
              </a:defRPr>
            </a:lvl4pPr>
            <a:lvl5pPr marL="2057400" indent="-228600" algn="l" defTabSz="895350">
              <a:spcBef>
                <a:spcPct val="0"/>
              </a:spcBef>
              <a:defRPr>
                <a:solidFill>
                  <a:schemeClr val="tx1"/>
                </a:solidFill>
                <a:latin typeface="Arial" panose="020B0604020202020204" pitchFamily="34" charset="0"/>
              </a:defRPr>
            </a:lvl5pPr>
            <a:lvl6pPr marL="2514600" indent="-228600" defTabSz="895350" fontAlgn="base">
              <a:spcBef>
                <a:spcPct val="0"/>
              </a:spcBef>
              <a:spcAft>
                <a:spcPct val="0"/>
              </a:spcAft>
              <a:defRPr>
                <a:solidFill>
                  <a:schemeClr val="tx1"/>
                </a:solidFill>
                <a:latin typeface="Arial" panose="020B0604020202020204" pitchFamily="34" charset="0"/>
              </a:defRPr>
            </a:lvl6pPr>
            <a:lvl7pPr marL="2971800" indent="-228600" defTabSz="895350" fontAlgn="base">
              <a:spcBef>
                <a:spcPct val="0"/>
              </a:spcBef>
              <a:spcAft>
                <a:spcPct val="0"/>
              </a:spcAft>
              <a:defRPr>
                <a:solidFill>
                  <a:schemeClr val="tx1"/>
                </a:solidFill>
                <a:latin typeface="Arial" panose="020B0604020202020204" pitchFamily="34" charset="0"/>
              </a:defRPr>
            </a:lvl7pPr>
            <a:lvl8pPr marL="3429000" indent="-228600" defTabSz="895350" fontAlgn="base">
              <a:spcBef>
                <a:spcPct val="0"/>
              </a:spcBef>
              <a:spcAft>
                <a:spcPct val="0"/>
              </a:spcAft>
              <a:defRPr>
                <a:solidFill>
                  <a:schemeClr val="tx1"/>
                </a:solidFill>
                <a:latin typeface="Arial" panose="020B0604020202020204" pitchFamily="34" charset="0"/>
              </a:defRPr>
            </a:lvl8pPr>
            <a:lvl9pPr marL="3886200" indent="-228600" defTabSz="895350" fontAlgn="base">
              <a:spcBef>
                <a:spcPct val="0"/>
              </a:spcBef>
              <a:spcAft>
                <a:spcPct val="0"/>
              </a:spcAft>
              <a:defRPr>
                <a:solidFill>
                  <a:schemeClr val="tx1"/>
                </a:solidFill>
                <a:latin typeface="Arial" panose="020B0604020202020204" pitchFamily="34" charset="0"/>
              </a:defRPr>
            </a:lvl9pPr>
          </a:lstStyle>
          <a:p>
            <a:pPr>
              <a:spcBef>
                <a:spcPct val="20000"/>
              </a:spcBef>
              <a:buClr>
                <a:srgbClr val="4E84C4"/>
              </a:buClr>
              <a:buFontTx/>
              <a:buChar char="•"/>
            </a:pPr>
            <a:r>
              <a:rPr lang="en-US" altLang="en-US" sz="1200" b="0"/>
              <a:t>1,000-5,000</a:t>
            </a:r>
          </a:p>
        </p:txBody>
      </p:sp>
      <p:sp>
        <p:nvSpPr>
          <p:cNvPr id="869396" name="Rectangle 20"/>
          <p:cNvSpPr>
            <a:spLocks noChangeArrowheads="1"/>
          </p:cNvSpPr>
          <p:nvPr/>
        </p:nvSpPr>
        <p:spPr bwMode="auto">
          <a:xfrm>
            <a:off x="6916738" y="2476500"/>
            <a:ext cx="19891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marL="342900" indent="-342900" algn="l" defTabSz="895350">
              <a:spcBef>
                <a:spcPct val="0"/>
              </a:spcBef>
              <a:defRPr>
                <a:solidFill>
                  <a:schemeClr val="tx1"/>
                </a:solidFill>
                <a:latin typeface="Arial" panose="020B0604020202020204" pitchFamily="34" charset="0"/>
              </a:defRPr>
            </a:lvl1pPr>
            <a:lvl2pPr marL="144463" indent="-142875" algn="l" defTabSz="895350">
              <a:spcBef>
                <a:spcPct val="0"/>
              </a:spcBef>
              <a:defRPr>
                <a:solidFill>
                  <a:schemeClr val="tx1"/>
                </a:solidFill>
                <a:latin typeface="Arial" panose="020B0604020202020204" pitchFamily="34" charset="0"/>
              </a:defRPr>
            </a:lvl2pPr>
            <a:lvl3pPr marL="1143000" indent="-228600" algn="l" defTabSz="895350">
              <a:spcBef>
                <a:spcPct val="0"/>
              </a:spcBef>
              <a:defRPr>
                <a:solidFill>
                  <a:schemeClr val="tx1"/>
                </a:solidFill>
                <a:latin typeface="Arial" panose="020B0604020202020204" pitchFamily="34" charset="0"/>
              </a:defRPr>
            </a:lvl3pPr>
            <a:lvl4pPr marL="1600200" indent="-228600" algn="l" defTabSz="895350">
              <a:spcBef>
                <a:spcPct val="0"/>
              </a:spcBef>
              <a:defRPr>
                <a:solidFill>
                  <a:schemeClr val="tx1"/>
                </a:solidFill>
                <a:latin typeface="Arial" panose="020B0604020202020204" pitchFamily="34" charset="0"/>
              </a:defRPr>
            </a:lvl4pPr>
            <a:lvl5pPr marL="2057400" indent="-228600" algn="l" defTabSz="895350">
              <a:spcBef>
                <a:spcPct val="0"/>
              </a:spcBef>
              <a:defRPr>
                <a:solidFill>
                  <a:schemeClr val="tx1"/>
                </a:solidFill>
                <a:latin typeface="Arial" panose="020B0604020202020204" pitchFamily="34" charset="0"/>
              </a:defRPr>
            </a:lvl5pPr>
            <a:lvl6pPr marL="2514600" indent="-228600" defTabSz="895350" fontAlgn="base">
              <a:spcBef>
                <a:spcPct val="0"/>
              </a:spcBef>
              <a:spcAft>
                <a:spcPct val="0"/>
              </a:spcAft>
              <a:defRPr>
                <a:solidFill>
                  <a:schemeClr val="tx1"/>
                </a:solidFill>
                <a:latin typeface="Arial" panose="020B0604020202020204" pitchFamily="34" charset="0"/>
              </a:defRPr>
            </a:lvl6pPr>
            <a:lvl7pPr marL="2971800" indent="-228600" defTabSz="895350" fontAlgn="base">
              <a:spcBef>
                <a:spcPct val="0"/>
              </a:spcBef>
              <a:spcAft>
                <a:spcPct val="0"/>
              </a:spcAft>
              <a:defRPr>
                <a:solidFill>
                  <a:schemeClr val="tx1"/>
                </a:solidFill>
                <a:latin typeface="Arial" panose="020B0604020202020204" pitchFamily="34" charset="0"/>
              </a:defRPr>
            </a:lvl7pPr>
            <a:lvl8pPr marL="3429000" indent="-228600" defTabSz="895350" fontAlgn="base">
              <a:spcBef>
                <a:spcPct val="0"/>
              </a:spcBef>
              <a:spcAft>
                <a:spcPct val="0"/>
              </a:spcAft>
              <a:defRPr>
                <a:solidFill>
                  <a:schemeClr val="tx1"/>
                </a:solidFill>
                <a:latin typeface="Arial" panose="020B0604020202020204" pitchFamily="34" charset="0"/>
              </a:defRPr>
            </a:lvl8pPr>
            <a:lvl9pPr marL="3886200" indent="-228600" defTabSz="895350" fontAlgn="base">
              <a:spcBef>
                <a:spcPct val="0"/>
              </a:spcBef>
              <a:spcAft>
                <a:spcPct val="0"/>
              </a:spcAft>
              <a:defRPr>
                <a:solidFill>
                  <a:schemeClr val="tx1"/>
                </a:solidFill>
                <a:latin typeface="Arial" panose="020B0604020202020204" pitchFamily="34" charset="0"/>
              </a:defRPr>
            </a:lvl9pPr>
          </a:lstStyle>
          <a:p>
            <a:pPr lvl="1">
              <a:spcBef>
                <a:spcPct val="20000"/>
              </a:spcBef>
              <a:buClr>
                <a:srgbClr val="4E84C4"/>
              </a:buClr>
            </a:pPr>
            <a:r>
              <a:rPr lang="en-US" altLang="en-US" sz="1000" b="0" dirty="0"/>
              <a:t>    Nike, Adidas, </a:t>
            </a:r>
            <a:r>
              <a:rPr lang="en-US" altLang="en-US" sz="1000" b="0" dirty="0" err="1"/>
              <a:t>Colourplus</a:t>
            </a:r>
            <a:r>
              <a:rPr lang="en-US" altLang="en-US" sz="1000" b="0" dirty="0"/>
              <a:t>, McDonalds, Gautier, Gucci, TBZ</a:t>
            </a:r>
          </a:p>
        </p:txBody>
      </p:sp>
      <p:grpSp>
        <p:nvGrpSpPr>
          <p:cNvPr id="869397" name="Group 21"/>
          <p:cNvGrpSpPr>
            <a:grpSpLocks/>
          </p:cNvGrpSpPr>
          <p:nvPr>
            <p:custDataLst>
              <p:tags r:id="rId6"/>
            </p:custDataLst>
          </p:nvPr>
        </p:nvGrpSpPr>
        <p:grpSpPr bwMode="auto">
          <a:xfrm>
            <a:off x="76200" y="3425825"/>
            <a:ext cx="1417638" cy="841375"/>
            <a:chOff x="1240" y="1968"/>
            <a:chExt cx="960" cy="960"/>
          </a:xfrm>
        </p:grpSpPr>
        <p:sp>
          <p:nvSpPr>
            <p:cNvPr id="215062" name="Rectangle 22"/>
            <p:cNvSpPr>
              <a:spLocks noChangeArrowheads="1"/>
            </p:cNvSpPr>
            <p:nvPr>
              <p:custDataLst>
                <p:tags r:id="rId10"/>
              </p:custDataLst>
            </p:nvPr>
          </p:nvSpPr>
          <p:spPr bwMode="auto">
            <a:xfrm>
              <a:off x="1240" y="1968"/>
              <a:ext cx="960" cy="960"/>
            </a:xfrm>
            <a:prstGeom prst="rect">
              <a:avLst/>
            </a:prstGeom>
            <a:solidFill>
              <a:srgbClr val="FFCC00"/>
            </a:solidFill>
            <a:ln w="12700" algn="ctr">
              <a:noFill/>
              <a:miter lim="800000"/>
              <a:headEnd/>
              <a:tailEnd/>
            </a:ln>
            <a:effectLst>
              <a:outerShdw dist="35921" dir="2700000" algn="ctr" rotWithShape="0">
                <a:schemeClr val="bg2"/>
              </a:outerShdw>
            </a:effectLst>
          </p:spPr>
          <p:txBody>
            <a:bodyPr anchor="ctr"/>
            <a:lstStyle/>
            <a:p>
              <a:pPr algn="l">
                <a:spcBef>
                  <a:spcPct val="0"/>
                </a:spcBef>
                <a:defRPr/>
              </a:pPr>
              <a:endParaRPr lang="en-US" sz="1800" b="0">
                <a:solidFill>
                  <a:schemeClr val="tx1"/>
                </a:solidFill>
                <a:latin typeface="Arial" charset="0"/>
              </a:endParaRPr>
            </a:p>
          </p:txBody>
        </p:sp>
        <p:sp>
          <p:nvSpPr>
            <p:cNvPr id="215063" name="Rectangle 23"/>
            <p:cNvSpPr>
              <a:spLocks noChangeArrowheads="1"/>
            </p:cNvSpPr>
            <p:nvPr>
              <p:custDataLst>
                <p:tags r:id="rId11"/>
              </p:custDataLst>
            </p:nvPr>
          </p:nvSpPr>
          <p:spPr bwMode="auto">
            <a:xfrm>
              <a:off x="1240" y="1968"/>
              <a:ext cx="960" cy="960"/>
            </a:xfrm>
            <a:prstGeom prst="rect">
              <a:avLst/>
            </a:prstGeom>
            <a:solidFill>
              <a:srgbClr val="FFCC00"/>
            </a:solidFill>
            <a:ln w="12700" algn="ctr">
              <a:noFill/>
              <a:miter lim="800000"/>
              <a:headEnd/>
              <a:tailEnd/>
            </a:ln>
            <a:effectLst>
              <a:outerShdw dist="35921" dir="2700000" algn="ctr" rotWithShape="0">
                <a:schemeClr val="bg2"/>
              </a:outerShdw>
            </a:effectLst>
          </p:spPr>
          <p:txBody>
            <a:bodyPr anchor="ctr"/>
            <a:lstStyle/>
            <a:p>
              <a:pPr algn="l">
                <a:spcBef>
                  <a:spcPct val="0"/>
                </a:spcBef>
                <a:defRPr/>
              </a:pPr>
              <a:r>
                <a:rPr lang="en-US" sz="1400">
                  <a:latin typeface="Arial" charset="0"/>
                </a:rPr>
                <a:t>Multibrand speciality stores</a:t>
              </a:r>
            </a:p>
          </p:txBody>
        </p:sp>
      </p:grpSp>
      <p:sp>
        <p:nvSpPr>
          <p:cNvPr id="869400" name="Rectangle 24"/>
          <p:cNvSpPr>
            <a:spLocks noChangeArrowheads="1"/>
          </p:cNvSpPr>
          <p:nvPr/>
        </p:nvSpPr>
        <p:spPr bwMode="auto">
          <a:xfrm>
            <a:off x="1543050" y="3500438"/>
            <a:ext cx="18049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marL="342900" indent="-342900" algn="l" defTabSz="895350">
              <a:spcBef>
                <a:spcPct val="0"/>
              </a:spcBef>
              <a:defRPr>
                <a:solidFill>
                  <a:schemeClr val="tx1"/>
                </a:solidFill>
                <a:latin typeface="Arial" panose="020B0604020202020204" pitchFamily="34" charset="0"/>
              </a:defRPr>
            </a:lvl1pPr>
            <a:lvl2pPr marL="144463" indent="-142875" algn="l" defTabSz="895350">
              <a:spcBef>
                <a:spcPct val="0"/>
              </a:spcBef>
              <a:defRPr>
                <a:solidFill>
                  <a:schemeClr val="tx1"/>
                </a:solidFill>
                <a:latin typeface="Arial" panose="020B0604020202020204" pitchFamily="34" charset="0"/>
              </a:defRPr>
            </a:lvl2pPr>
            <a:lvl3pPr marL="1143000" indent="-228600" algn="l" defTabSz="895350">
              <a:spcBef>
                <a:spcPct val="0"/>
              </a:spcBef>
              <a:defRPr>
                <a:solidFill>
                  <a:schemeClr val="tx1"/>
                </a:solidFill>
                <a:latin typeface="Arial" panose="020B0604020202020204" pitchFamily="34" charset="0"/>
              </a:defRPr>
            </a:lvl3pPr>
            <a:lvl4pPr marL="1600200" indent="-228600" algn="l" defTabSz="895350">
              <a:spcBef>
                <a:spcPct val="0"/>
              </a:spcBef>
              <a:defRPr>
                <a:solidFill>
                  <a:schemeClr val="tx1"/>
                </a:solidFill>
                <a:latin typeface="Arial" panose="020B0604020202020204" pitchFamily="34" charset="0"/>
              </a:defRPr>
            </a:lvl4pPr>
            <a:lvl5pPr marL="2057400" indent="-228600" algn="l" defTabSz="895350">
              <a:spcBef>
                <a:spcPct val="0"/>
              </a:spcBef>
              <a:defRPr>
                <a:solidFill>
                  <a:schemeClr val="tx1"/>
                </a:solidFill>
                <a:latin typeface="Arial" panose="020B0604020202020204" pitchFamily="34" charset="0"/>
              </a:defRPr>
            </a:lvl5pPr>
            <a:lvl6pPr marL="2514600" indent="-228600" defTabSz="895350" fontAlgn="base">
              <a:spcBef>
                <a:spcPct val="0"/>
              </a:spcBef>
              <a:spcAft>
                <a:spcPct val="0"/>
              </a:spcAft>
              <a:defRPr>
                <a:solidFill>
                  <a:schemeClr val="tx1"/>
                </a:solidFill>
                <a:latin typeface="Arial" panose="020B0604020202020204" pitchFamily="34" charset="0"/>
              </a:defRPr>
            </a:lvl6pPr>
            <a:lvl7pPr marL="2971800" indent="-228600" defTabSz="895350" fontAlgn="base">
              <a:spcBef>
                <a:spcPct val="0"/>
              </a:spcBef>
              <a:spcAft>
                <a:spcPct val="0"/>
              </a:spcAft>
              <a:defRPr>
                <a:solidFill>
                  <a:schemeClr val="tx1"/>
                </a:solidFill>
                <a:latin typeface="Arial" panose="020B0604020202020204" pitchFamily="34" charset="0"/>
              </a:defRPr>
            </a:lvl7pPr>
            <a:lvl8pPr marL="3429000" indent="-228600" defTabSz="895350" fontAlgn="base">
              <a:spcBef>
                <a:spcPct val="0"/>
              </a:spcBef>
              <a:spcAft>
                <a:spcPct val="0"/>
              </a:spcAft>
              <a:defRPr>
                <a:solidFill>
                  <a:schemeClr val="tx1"/>
                </a:solidFill>
                <a:latin typeface="Arial" panose="020B0604020202020204" pitchFamily="34" charset="0"/>
              </a:defRPr>
            </a:lvl8pPr>
            <a:lvl9pPr marL="3886200" indent="-228600" defTabSz="895350" fontAlgn="base">
              <a:spcBef>
                <a:spcPct val="0"/>
              </a:spcBef>
              <a:spcAft>
                <a:spcPct val="0"/>
              </a:spcAft>
              <a:defRPr>
                <a:solidFill>
                  <a:schemeClr val="tx1"/>
                </a:solidFill>
                <a:latin typeface="Arial" panose="020B0604020202020204" pitchFamily="34" charset="0"/>
              </a:defRPr>
            </a:lvl9pPr>
          </a:lstStyle>
          <a:p>
            <a:pPr lvl="1">
              <a:spcBef>
                <a:spcPct val="20000"/>
              </a:spcBef>
              <a:buClr>
                <a:srgbClr val="4E84C4"/>
              </a:buClr>
            </a:pPr>
            <a:r>
              <a:rPr lang="en-US" altLang="en-US" sz="1000" b="0" dirty="0"/>
              <a:t>    Retail outlet offering multiple branded products belonging to a single category class</a:t>
            </a:r>
          </a:p>
        </p:txBody>
      </p:sp>
      <p:sp>
        <p:nvSpPr>
          <p:cNvPr id="869401" name="Rectangle 25"/>
          <p:cNvSpPr>
            <a:spLocks noChangeArrowheads="1"/>
          </p:cNvSpPr>
          <p:nvPr/>
        </p:nvSpPr>
        <p:spPr bwMode="auto">
          <a:xfrm>
            <a:off x="3494088" y="3500438"/>
            <a:ext cx="18748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marL="342900" indent="-342900" algn="l" defTabSz="895350">
              <a:spcBef>
                <a:spcPct val="0"/>
              </a:spcBef>
              <a:defRPr>
                <a:solidFill>
                  <a:schemeClr val="tx1"/>
                </a:solidFill>
                <a:latin typeface="Arial" panose="020B0604020202020204" pitchFamily="34" charset="0"/>
              </a:defRPr>
            </a:lvl1pPr>
            <a:lvl2pPr marL="144463" indent="-142875" algn="l" defTabSz="895350">
              <a:spcBef>
                <a:spcPct val="0"/>
              </a:spcBef>
              <a:defRPr>
                <a:solidFill>
                  <a:schemeClr val="tx1"/>
                </a:solidFill>
                <a:latin typeface="Arial" panose="020B0604020202020204" pitchFamily="34" charset="0"/>
              </a:defRPr>
            </a:lvl2pPr>
            <a:lvl3pPr marL="1143000" indent="-228600" algn="l" defTabSz="895350">
              <a:spcBef>
                <a:spcPct val="0"/>
              </a:spcBef>
              <a:defRPr>
                <a:solidFill>
                  <a:schemeClr val="tx1"/>
                </a:solidFill>
                <a:latin typeface="Arial" panose="020B0604020202020204" pitchFamily="34" charset="0"/>
              </a:defRPr>
            </a:lvl3pPr>
            <a:lvl4pPr marL="1600200" indent="-228600" algn="l" defTabSz="895350">
              <a:spcBef>
                <a:spcPct val="0"/>
              </a:spcBef>
              <a:defRPr>
                <a:solidFill>
                  <a:schemeClr val="tx1"/>
                </a:solidFill>
                <a:latin typeface="Arial" panose="020B0604020202020204" pitchFamily="34" charset="0"/>
              </a:defRPr>
            </a:lvl4pPr>
            <a:lvl5pPr marL="2057400" indent="-228600" algn="l" defTabSz="895350">
              <a:spcBef>
                <a:spcPct val="0"/>
              </a:spcBef>
              <a:defRPr>
                <a:solidFill>
                  <a:schemeClr val="tx1"/>
                </a:solidFill>
                <a:latin typeface="Arial" panose="020B0604020202020204" pitchFamily="34" charset="0"/>
              </a:defRPr>
            </a:lvl5pPr>
            <a:lvl6pPr marL="2514600" indent="-228600" defTabSz="895350" fontAlgn="base">
              <a:spcBef>
                <a:spcPct val="0"/>
              </a:spcBef>
              <a:spcAft>
                <a:spcPct val="0"/>
              </a:spcAft>
              <a:defRPr>
                <a:solidFill>
                  <a:schemeClr val="tx1"/>
                </a:solidFill>
                <a:latin typeface="Arial" panose="020B0604020202020204" pitchFamily="34" charset="0"/>
              </a:defRPr>
            </a:lvl6pPr>
            <a:lvl7pPr marL="2971800" indent="-228600" defTabSz="895350" fontAlgn="base">
              <a:spcBef>
                <a:spcPct val="0"/>
              </a:spcBef>
              <a:spcAft>
                <a:spcPct val="0"/>
              </a:spcAft>
              <a:defRPr>
                <a:solidFill>
                  <a:schemeClr val="tx1"/>
                </a:solidFill>
                <a:latin typeface="Arial" panose="020B0604020202020204" pitchFamily="34" charset="0"/>
              </a:defRPr>
            </a:lvl7pPr>
            <a:lvl8pPr marL="3429000" indent="-228600" defTabSz="895350" fontAlgn="base">
              <a:spcBef>
                <a:spcPct val="0"/>
              </a:spcBef>
              <a:spcAft>
                <a:spcPct val="0"/>
              </a:spcAft>
              <a:defRPr>
                <a:solidFill>
                  <a:schemeClr val="tx1"/>
                </a:solidFill>
                <a:latin typeface="Arial" panose="020B0604020202020204" pitchFamily="34" charset="0"/>
              </a:defRPr>
            </a:lvl8pPr>
            <a:lvl9pPr marL="3886200" indent="-228600" defTabSz="895350" fontAlgn="base">
              <a:spcBef>
                <a:spcPct val="0"/>
              </a:spcBef>
              <a:spcAft>
                <a:spcPct val="0"/>
              </a:spcAft>
              <a:defRPr>
                <a:solidFill>
                  <a:schemeClr val="tx1"/>
                </a:solidFill>
                <a:latin typeface="Arial" panose="020B0604020202020204" pitchFamily="34" charset="0"/>
              </a:defRPr>
            </a:lvl9pPr>
          </a:lstStyle>
          <a:p>
            <a:pPr lvl="1">
              <a:spcBef>
                <a:spcPct val="20000"/>
              </a:spcBef>
              <a:buClr>
                <a:srgbClr val="4E84C4"/>
              </a:buClr>
            </a:pPr>
            <a:r>
              <a:rPr lang="en-US" altLang="en-US" sz="1000" b="0" dirty="0"/>
              <a:t>     Footwear, apparel, electronics, books</a:t>
            </a:r>
          </a:p>
        </p:txBody>
      </p:sp>
      <p:sp>
        <p:nvSpPr>
          <p:cNvPr id="869402" name="Rectangle 26"/>
          <p:cNvSpPr>
            <a:spLocks noChangeArrowheads="1"/>
          </p:cNvSpPr>
          <p:nvPr/>
        </p:nvSpPr>
        <p:spPr bwMode="auto">
          <a:xfrm>
            <a:off x="5586413" y="3500438"/>
            <a:ext cx="1146175"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defTabSz="895350">
              <a:spcBef>
                <a:spcPct val="0"/>
              </a:spcBef>
              <a:defRPr>
                <a:solidFill>
                  <a:schemeClr val="tx1"/>
                </a:solidFill>
                <a:latin typeface="Arial" panose="020B0604020202020204" pitchFamily="34" charset="0"/>
              </a:defRPr>
            </a:lvl1pPr>
            <a:lvl2pPr marL="742950" indent="-285750" algn="l" defTabSz="895350">
              <a:spcBef>
                <a:spcPct val="0"/>
              </a:spcBef>
              <a:defRPr>
                <a:solidFill>
                  <a:schemeClr val="tx1"/>
                </a:solidFill>
                <a:latin typeface="Arial" panose="020B0604020202020204" pitchFamily="34" charset="0"/>
              </a:defRPr>
            </a:lvl2pPr>
            <a:lvl3pPr marL="1143000" indent="-228600" algn="l" defTabSz="895350">
              <a:spcBef>
                <a:spcPct val="0"/>
              </a:spcBef>
              <a:defRPr>
                <a:solidFill>
                  <a:schemeClr val="tx1"/>
                </a:solidFill>
                <a:latin typeface="Arial" panose="020B0604020202020204" pitchFamily="34" charset="0"/>
              </a:defRPr>
            </a:lvl3pPr>
            <a:lvl4pPr marL="1600200" indent="-228600" algn="l" defTabSz="895350">
              <a:spcBef>
                <a:spcPct val="0"/>
              </a:spcBef>
              <a:defRPr>
                <a:solidFill>
                  <a:schemeClr val="tx1"/>
                </a:solidFill>
                <a:latin typeface="Arial" panose="020B0604020202020204" pitchFamily="34" charset="0"/>
              </a:defRPr>
            </a:lvl4pPr>
            <a:lvl5pPr marL="2057400" indent="-228600" algn="l" defTabSz="895350">
              <a:spcBef>
                <a:spcPct val="0"/>
              </a:spcBef>
              <a:defRPr>
                <a:solidFill>
                  <a:schemeClr val="tx1"/>
                </a:solidFill>
                <a:latin typeface="Arial" panose="020B0604020202020204" pitchFamily="34" charset="0"/>
              </a:defRPr>
            </a:lvl5pPr>
            <a:lvl6pPr marL="2514600" indent="-228600" defTabSz="895350" fontAlgn="base">
              <a:spcBef>
                <a:spcPct val="0"/>
              </a:spcBef>
              <a:spcAft>
                <a:spcPct val="0"/>
              </a:spcAft>
              <a:defRPr>
                <a:solidFill>
                  <a:schemeClr val="tx1"/>
                </a:solidFill>
                <a:latin typeface="Arial" panose="020B0604020202020204" pitchFamily="34" charset="0"/>
              </a:defRPr>
            </a:lvl6pPr>
            <a:lvl7pPr marL="2971800" indent="-228600" defTabSz="895350" fontAlgn="base">
              <a:spcBef>
                <a:spcPct val="0"/>
              </a:spcBef>
              <a:spcAft>
                <a:spcPct val="0"/>
              </a:spcAft>
              <a:defRPr>
                <a:solidFill>
                  <a:schemeClr val="tx1"/>
                </a:solidFill>
                <a:latin typeface="Arial" panose="020B0604020202020204" pitchFamily="34" charset="0"/>
              </a:defRPr>
            </a:lvl7pPr>
            <a:lvl8pPr marL="3429000" indent="-228600" defTabSz="895350" fontAlgn="base">
              <a:spcBef>
                <a:spcPct val="0"/>
              </a:spcBef>
              <a:spcAft>
                <a:spcPct val="0"/>
              </a:spcAft>
              <a:defRPr>
                <a:solidFill>
                  <a:schemeClr val="tx1"/>
                </a:solidFill>
                <a:latin typeface="Arial" panose="020B0604020202020204" pitchFamily="34" charset="0"/>
              </a:defRPr>
            </a:lvl8pPr>
            <a:lvl9pPr marL="3886200" indent="-228600" defTabSz="895350" fontAlgn="base">
              <a:spcBef>
                <a:spcPct val="0"/>
              </a:spcBef>
              <a:spcAft>
                <a:spcPct val="0"/>
              </a:spcAft>
              <a:defRPr>
                <a:solidFill>
                  <a:schemeClr val="tx1"/>
                </a:solidFill>
                <a:latin typeface="Arial" panose="020B0604020202020204" pitchFamily="34" charset="0"/>
              </a:defRPr>
            </a:lvl9pPr>
          </a:lstStyle>
          <a:p>
            <a:pPr>
              <a:spcBef>
                <a:spcPct val="20000"/>
              </a:spcBef>
              <a:buClr>
                <a:srgbClr val="4E84C4"/>
              </a:buClr>
              <a:buFontTx/>
              <a:buChar char="•"/>
            </a:pPr>
            <a:r>
              <a:rPr lang="en-US" altLang="en-US" sz="1200" b="0"/>
              <a:t>1,000-20,000</a:t>
            </a:r>
          </a:p>
        </p:txBody>
      </p:sp>
      <p:sp>
        <p:nvSpPr>
          <p:cNvPr id="869403" name="Rectangle 27"/>
          <p:cNvSpPr>
            <a:spLocks noChangeArrowheads="1"/>
          </p:cNvSpPr>
          <p:nvPr/>
        </p:nvSpPr>
        <p:spPr bwMode="auto">
          <a:xfrm>
            <a:off x="6916738" y="3500438"/>
            <a:ext cx="19891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marL="342900" indent="-342900" algn="l" defTabSz="895350">
              <a:spcBef>
                <a:spcPct val="0"/>
              </a:spcBef>
              <a:defRPr>
                <a:solidFill>
                  <a:schemeClr val="tx1"/>
                </a:solidFill>
                <a:latin typeface="Arial" panose="020B0604020202020204" pitchFamily="34" charset="0"/>
              </a:defRPr>
            </a:lvl1pPr>
            <a:lvl2pPr marL="144463" indent="-142875" algn="l" defTabSz="895350">
              <a:spcBef>
                <a:spcPct val="0"/>
              </a:spcBef>
              <a:defRPr>
                <a:solidFill>
                  <a:schemeClr val="tx1"/>
                </a:solidFill>
                <a:latin typeface="Arial" panose="020B0604020202020204" pitchFamily="34" charset="0"/>
              </a:defRPr>
            </a:lvl2pPr>
            <a:lvl3pPr marL="1143000" indent="-228600" algn="l" defTabSz="895350">
              <a:spcBef>
                <a:spcPct val="0"/>
              </a:spcBef>
              <a:defRPr>
                <a:solidFill>
                  <a:schemeClr val="tx1"/>
                </a:solidFill>
                <a:latin typeface="Arial" panose="020B0604020202020204" pitchFamily="34" charset="0"/>
              </a:defRPr>
            </a:lvl3pPr>
            <a:lvl4pPr marL="1600200" indent="-228600" algn="l" defTabSz="895350">
              <a:spcBef>
                <a:spcPct val="0"/>
              </a:spcBef>
              <a:defRPr>
                <a:solidFill>
                  <a:schemeClr val="tx1"/>
                </a:solidFill>
                <a:latin typeface="Arial" panose="020B0604020202020204" pitchFamily="34" charset="0"/>
              </a:defRPr>
            </a:lvl4pPr>
            <a:lvl5pPr marL="2057400" indent="-228600" algn="l" defTabSz="895350">
              <a:spcBef>
                <a:spcPct val="0"/>
              </a:spcBef>
              <a:defRPr>
                <a:solidFill>
                  <a:schemeClr val="tx1"/>
                </a:solidFill>
                <a:latin typeface="Arial" panose="020B0604020202020204" pitchFamily="34" charset="0"/>
              </a:defRPr>
            </a:lvl5pPr>
            <a:lvl6pPr marL="2514600" indent="-228600" defTabSz="895350" fontAlgn="base">
              <a:spcBef>
                <a:spcPct val="0"/>
              </a:spcBef>
              <a:spcAft>
                <a:spcPct val="0"/>
              </a:spcAft>
              <a:defRPr>
                <a:solidFill>
                  <a:schemeClr val="tx1"/>
                </a:solidFill>
                <a:latin typeface="Arial" panose="020B0604020202020204" pitchFamily="34" charset="0"/>
              </a:defRPr>
            </a:lvl6pPr>
            <a:lvl7pPr marL="2971800" indent="-228600" defTabSz="895350" fontAlgn="base">
              <a:spcBef>
                <a:spcPct val="0"/>
              </a:spcBef>
              <a:spcAft>
                <a:spcPct val="0"/>
              </a:spcAft>
              <a:defRPr>
                <a:solidFill>
                  <a:schemeClr val="tx1"/>
                </a:solidFill>
                <a:latin typeface="Arial" panose="020B0604020202020204" pitchFamily="34" charset="0"/>
              </a:defRPr>
            </a:lvl7pPr>
            <a:lvl8pPr marL="3429000" indent="-228600" defTabSz="895350" fontAlgn="base">
              <a:spcBef>
                <a:spcPct val="0"/>
              </a:spcBef>
              <a:spcAft>
                <a:spcPct val="0"/>
              </a:spcAft>
              <a:defRPr>
                <a:solidFill>
                  <a:schemeClr val="tx1"/>
                </a:solidFill>
                <a:latin typeface="Arial" panose="020B0604020202020204" pitchFamily="34" charset="0"/>
              </a:defRPr>
            </a:lvl8pPr>
            <a:lvl9pPr marL="3886200" indent="-228600" defTabSz="895350" fontAlgn="base">
              <a:spcBef>
                <a:spcPct val="0"/>
              </a:spcBef>
              <a:spcAft>
                <a:spcPct val="0"/>
              </a:spcAft>
              <a:defRPr>
                <a:solidFill>
                  <a:schemeClr val="tx1"/>
                </a:solidFill>
                <a:latin typeface="Arial" panose="020B0604020202020204" pitchFamily="34" charset="0"/>
              </a:defRPr>
            </a:lvl9pPr>
          </a:lstStyle>
          <a:p>
            <a:pPr lvl="1">
              <a:spcBef>
                <a:spcPct val="20000"/>
              </a:spcBef>
              <a:buClr>
                <a:srgbClr val="4E84C4"/>
              </a:buClr>
            </a:pPr>
            <a:r>
              <a:rPr lang="en-US" altLang="en-US" sz="1000" b="0" dirty="0"/>
              <a:t>    Planet Sports, Planet Fashion, Crosswords </a:t>
            </a:r>
          </a:p>
        </p:txBody>
      </p:sp>
      <p:sp>
        <p:nvSpPr>
          <p:cNvPr id="869404" name="Line 28"/>
          <p:cNvSpPr>
            <a:spLocks noChangeShapeType="1"/>
          </p:cNvSpPr>
          <p:nvPr/>
        </p:nvSpPr>
        <p:spPr bwMode="auto">
          <a:xfrm>
            <a:off x="1555750" y="3303588"/>
            <a:ext cx="7407275"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nvGrpSpPr>
          <p:cNvPr id="869405" name="Group 29"/>
          <p:cNvGrpSpPr>
            <a:grpSpLocks/>
          </p:cNvGrpSpPr>
          <p:nvPr>
            <p:custDataLst>
              <p:tags r:id="rId7"/>
            </p:custDataLst>
          </p:nvPr>
        </p:nvGrpSpPr>
        <p:grpSpPr bwMode="auto">
          <a:xfrm>
            <a:off x="76200" y="1365250"/>
            <a:ext cx="1417638" cy="841375"/>
            <a:chOff x="1240" y="1968"/>
            <a:chExt cx="960" cy="960"/>
          </a:xfrm>
        </p:grpSpPr>
        <p:sp>
          <p:nvSpPr>
            <p:cNvPr id="215070" name="Rectangle 30"/>
            <p:cNvSpPr>
              <a:spLocks noChangeArrowheads="1"/>
            </p:cNvSpPr>
            <p:nvPr>
              <p:custDataLst>
                <p:tags r:id="rId8"/>
              </p:custDataLst>
            </p:nvPr>
          </p:nvSpPr>
          <p:spPr bwMode="auto">
            <a:xfrm>
              <a:off x="1240" y="1968"/>
              <a:ext cx="960" cy="960"/>
            </a:xfrm>
            <a:prstGeom prst="rect">
              <a:avLst/>
            </a:prstGeom>
            <a:solidFill>
              <a:srgbClr val="FFCC00"/>
            </a:solidFill>
            <a:ln w="12700" algn="ctr">
              <a:noFill/>
              <a:miter lim="800000"/>
              <a:headEnd/>
              <a:tailEnd/>
            </a:ln>
            <a:effectLst>
              <a:outerShdw dist="35921" dir="2700000" algn="ctr" rotWithShape="0">
                <a:schemeClr val="bg2"/>
              </a:outerShdw>
            </a:effectLst>
          </p:spPr>
          <p:txBody>
            <a:bodyPr anchor="ctr"/>
            <a:lstStyle/>
            <a:p>
              <a:pPr algn="l">
                <a:spcBef>
                  <a:spcPct val="0"/>
                </a:spcBef>
                <a:defRPr/>
              </a:pPr>
              <a:endParaRPr lang="en-US" sz="1800" b="0">
                <a:solidFill>
                  <a:schemeClr val="tx1"/>
                </a:solidFill>
                <a:latin typeface="Arial" charset="0"/>
              </a:endParaRPr>
            </a:p>
          </p:txBody>
        </p:sp>
        <p:sp>
          <p:nvSpPr>
            <p:cNvPr id="215071" name="Rectangle 31"/>
            <p:cNvSpPr>
              <a:spLocks noChangeArrowheads="1"/>
            </p:cNvSpPr>
            <p:nvPr>
              <p:custDataLst>
                <p:tags r:id="rId9"/>
              </p:custDataLst>
            </p:nvPr>
          </p:nvSpPr>
          <p:spPr bwMode="auto">
            <a:xfrm>
              <a:off x="1240" y="1968"/>
              <a:ext cx="960" cy="960"/>
            </a:xfrm>
            <a:prstGeom prst="rect">
              <a:avLst/>
            </a:prstGeom>
            <a:solidFill>
              <a:srgbClr val="FFCC00"/>
            </a:solidFill>
            <a:ln w="12700" algn="ctr">
              <a:noFill/>
              <a:miter lim="800000"/>
              <a:headEnd/>
              <a:tailEnd/>
            </a:ln>
            <a:effectLst>
              <a:outerShdw dist="35921" dir="2700000" algn="ctr" rotWithShape="0">
                <a:schemeClr val="bg2"/>
              </a:outerShdw>
            </a:effectLst>
          </p:spPr>
          <p:txBody>
            <a:bodyPr anchor="ctr"/>
            <a:lstStyle/>
            <a:p>
              <a:pPr algn="l">
                <a:spcBef>
                  <a:spcPct val="0"/>
                </a:spcBef>
                <a:defRPr/>
              </a:pPr>
              <a:r>
                <a:rPr lang="en-US" sz="1400">
                  <a:latin typeface="Arial" charset="0"/>
                </a:rPr>
                <a:t>Warehouse clubs</a:t>
              </a:r>
            </a:p>
          </p:txBody>
        </p:sp>
      </p:grpSp>
      <p:sp>
        <p:nvSpPr>
          <p:cNvPr id="869408" name="Rectangle 32"/>
          <p:cNvSpPr>
            <a:spLocks noChangeArrowheads="1"/>
          </p:cNvSpPr>
          <p:nvPr/>
        </p:nvSpPr>
        <p:spPr bwMode="auto">
          <a:xfrm>
            <a:off x="1547813" y="1350963"/>
            <a:ext cx="1804987"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marL="342900" indent="-342900" algn="l" defTabSz="895350">
              <a:spcBef>
                <a:spcPct val="0"/>
              </a:spcBef>
              <a:defRPr>
                <a:solidFill>
                  <a:schemeClr val="tx1"/>
                </a:solidFill>
                <a:latin typeface="Arial" panose="020B0604020202020204" pitchFamily="34" charset="0"/>
              </a:defRPr>
            </a:lvl1pPr>
            <a:lvl2pPr marL="144463" indent="-142875" algn="l" defTabSz="895350">
              <a:spcBef>
                <a:spcPct val="0"/>
              </a:spcBef>
              <a:defRPr>
                <a:solidFill>
                  <a:schemeClr val="tx1"/>
                </a:solidFill>
                <a:latin typeface="Arial" panose="020B0604020202020204" pitchFamily="34" charset="0"/>
              </a:defRPr>
            </a:lvl2pPr>
            <a:lvl3pPr marL="1143000" indent="-228600" algn="l" defTabSz="895350">
              <a:spcBef>
                <a:spcPct val="0"/>
              </a:spcBef>
              <a:defRPr>
                <a:solidFill>
                  <a:schemeClr val="tx1"/>
                </a:solidFill>
                <a:latin typeface="Arial" panose="020B0604020202020204" pitchFamily="34" charset="0"/>
              </a:defRPr>
            </a:lvl3pPr>
            <a:lvl4pPr marL="1600200" indent="-228600" algn="l" defTabSz="895350">
              <a:spcBef>
                <a:spcPct val="0"/>
              </a:spcBef>
              <a:defRPr>
                <a:solidFill>
                  <a:schemeClr val="tx1"/>
                </a:solidFill>
                <a:latin typeface="Arial" panose="020B0604020202020204" pitchFamily="34" charset="0"/>
              </a:defRPr>
            </a:lvl4pPr>
            <a:lvl5pPr marL="2057400" indent="-228600" algn="l" defTabSz="895350">
              <a:spcBef>
                <a:spcPct val="0"/>
              </a:spcBef>
              <a:defRPr>
                <a:solidFill>
                  <a:schemeClr val="tx1"/>
                </a:solidFill>
                <a:latin typeface="Arial" panose="020B0604020202020204" pitchFamily="34" charset="0"/>
              </a:defRPr>
            </a:lvl5pPr>
            <a:lvl6pPr marL="2514600" indent="-228600" defTabSz="895350" fontAlgn="base">
              <a:spcBef>
                <a:spcPct val="0"/>
              </a:spcBef>
              <a:spcAft>
                <a:spcPct val="0"/>
              </a:spcAft>
              <a:defRPr>
                <a:solidFill>
                  <a:schemeClr val="tx1"/>
                </a:solidFill>
                <a:latin typeface="Arial" panose="020B0604020202020204" pitchFamily="34" charset="0"/>
              </a:defRPr>
            </a:lvl6pPr>
            <a:lvl7pPr marL="2971800" indent="-228600" defTabSz="895350" fontAlgn="base">
              <a:spcBef>
                <a:spcPct val="0"/>
              </a:spcBef>
              <a:spcAft>
                <a:spcPct val="0"/>
              </a:spcAft>
              <a:defRPr>
                <a:solidFill>
                  <a:schemeClr val="tx1"/>
                </a:solidFill>
                <a:latin typeface="Arial" panose="020B0604020202020204" pitchFamily="34" charset="0"/>
              </a:defRPr>
            </a:lvl7pPr>
            <a:lvl8pPr marL="3429000" indent="-228600" defTabSz="895350" fontAlgn="base">
              <a:spcBef>
                <a:spcPct val="0"/>
              </a:spcBef>
              <a:spcAft>
                <a:spcPct val="0"/>
              </a:spcAft>
              <a:defRPr>
                <a:solidFill>
                  <a:schemeClr val="tx1"/>
                </a:solidFill>
                <a:latin typeface="Arial" panose="020B0604020202020204" pitchFamily="34" charset="0"/>
              </a:defRPr>
            </a:lvl8pPr>
            <a:lvl9pPr marL="3886200" indent="-228600" defTabSz="895350" fontAlgn="base">
              <a:spcBef>
                <a:spcPct val="0"/>
              </a:spcBef>
              <a:spcAft>
                <a:spcPct val="0"/>
              </a:spcAft>
              <a:defRPr>
                <a:solidFill>
                  <a:schemeClr val="tx1"/>
                </a:solidFill>
                <a:latin typeface="Arial" panose="020B0604020202020204" pitchFamily="34" charset="0"/>
              </a:defRPr>
            </a:lvl9pPr>
          </a:lstStyle>
          <a:p>
            <a:pPr lvl="1">
              <a:spcBef>
                <a:spcPct val="20000"/>
              </a:spcBef>
              <a:buClr>
                <a:srgbClr val="4E84C4"/>
              </a:buClr>
            </a:pPr>
            <a:r>
              <a:rPr lang="en-US" altLang="en-US" sz="1000" b="0" dirty="0"/>
              <a:t>    Warehouse style large stores, offering goods in bulk at discount prices to members</a:t>
            </a:r>
          </a:p>
        </p:txBody>
      </p:sp>
      <p:sp>
        <p:nvSpPr>
          <p:cNvPr id="869409" name="Rectangle 33"/>
          <p:cNvSpPr>
            <a:spLocks noChangeArrowheads="1"/>
          </p:cNvSpPr>
          <p:nvPr/>
        </p:nvSpPr>
        <p:spPr bwMode="auto">
          <a:xfrm>
            <a:off x="3498850" y="1350963"/>
            <a:ext cx="1874838"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marL="342900" indent="-342900" algn="l" defTabSz="895350">
              <a:spcBef>
                <a:spcPct val="0"/>
              </a:spcBef>
              <a:defRPr>
                <a:solidFill>
                  <a:schemeClr val="tx1"/>
                </a:solidFill>
                <a:latin typeface="Arial" panose="020B0604020202020204" pitchFamily="34" charset="0"/>
              </a:defRPr>
            </a:lvl1pPr>
            <a:lvl2pPr marL="144463" indent="-142875" algn="l" defTabSz="895350">
              <a:spcBef>
                <a:spcPct val="0"/>
              </a:spcBef>
              <a:defRPr>
                <a:solidFill>
                  <a:schemeClr val="tx1"/>
                </a:solidFill>
                <a:latin typeface="Arial" panose="020B0604020202020204" pitchFamily="34" charset="0"/>
              </a:defRPr>
            </a:lvl2pPr>
            <a:lvl3pPr marL="1143000" indent="-228600" algn="l" defTabSz="895350">
              <a:spcBef>
                <a:spcPct val="0"/>
              </a:spcBef>
              <a:defRPr>
                <a:solidFill>
                  <a:schemeClr val="tx1"/>
                </a:solidFill>
                <a:latin typeface="Arial" panose="020B0604020202020204" pitchFamily="34" charset="0"/>
              </a:defRPr>
            </a:lvl3pPr>
            <a:lvl4pPr marL="1600200" indent="-228600" algn="l" defTabSz="895350">
              <a:spcBef>
                <a:spcPct val="0"/>
              </a:spcBef>
              <a:defRPr>
                <a:solidFill>
                  <a:schemeClr val="tx1"/>
                </a:solidFill>
                <a:latin typeface="Arial" panose="020B0604020202020204" pitchFamily="34" charset="0"/>
              </a:defRPr>
            </a:lvl4pPr>
            <a:lvl5pPr marL="2057400" indent="-228600" algn="l" defTabSz="895350">
              <a:spcBef>
                <a:spcPct val="0"/>
              </a:spcBef>
              <a:defRPr>
                <a:solidFill>
                  <a:schemeClr val="tx1"/>
                </a:solidFill>
                <a:latin typeface="Arial" panose="020B0604020202020204" pitchFamily="34" charset="0"/>
              </a:defRPr>
            </a:lvl5pPr>
            <a:lvl6pPr marL="2514600" indent="-228600" defTabSz="895350" fontAlgn="base">
              <a:spcBef>
                <a:spcPct val="0"/>
              </a:spcBef>
              <a:spcAft>
                <a:spcPct val="0"/>
              </a:spcAft>
              <a:defRPr>
                <a:solidFill>
                  <a:schemeClr val="tx1"/>
                </a:solidFill>
                <a:latin typeface="Arial" panose="020B0604020202020204" pitchFamily="34" charset="0"/>
              </a:defRPr>
            </a:lvl6pPr>
            <a:lvl7pPr marL="2971800" indent="-228600" defTabSz="895350" fontAlgn="base">
              <a:spcBef>
                <a:spcPct val="0"/>
              </a:spcBef>
              <a:spcAft>
                <a:spcPct val="0"/>
              </a:spcAft>
              <a:defRPr>
                <a:solidFill>
                  <a:schemeClr val="tx1"/>
                </a:solidFill>
                <a:latin typeface="Arial" panose="020B0604020202020204" pitchFamily="34" charset="0"/>
              </a:defRPr>
            </a:lvl7pPr>
            <a:lvl8pPr marL="3429000" indent="-228600" defTabSz="895350" fontAlgn="base">
              <a:spcBef>
                <a:spcPct val="0"/>
              </a:spcBef>
              <a:spcAft>
                <a:spcPct val="0"/>
              </a:spcAft>
              <a:defRPr>
                <a:solidFill>
                  <a:schemeClr val="tx1"/>
                </a:solidFill>
                <a:latin typeface="Arial" panose="020B0604020202020204" pitchFamily="34" charset="0"/>
              </a:defRPr>
            </a:lvl8pPr>
            <a:lvl9pPr marL="3886200" indent="-228600" defTabSz="895350" fontAlgn="base">
              <a:spcBef>
                <a:spcPct val="0"/>
              </a:spcBef>
              <a:spcAft>
                <a:spcPct val="0"/>
              </a:spcAft>
              <a:defRPr>
                <a:solidFill>
                  <a:schemeClr val="tx1"/>
                </a:solidFill>
                <a:latin typeface="Arial" panose="020B0604020202020204" pitchFamily="34" charset="0"/>
              </a:defRPr>
            </a:lvl9pPr>
          </a:lstStyle>
          <a:p>
            <a:pPr lvl="1">
              <a:spcBef>
                <a:spcPct val="20000"/>
              </a:spcBef>
              <a:buClr>
                <a:srgbClr val="4E84C4"/>
              </a:buClr>
            </a:pPr>
            <a:r>
              <a:rPr lang="en-US" altLang="en-US" sz="1000" b="0" dirty="0"/>
              <a:t>   Food, groceries</a:t>
            </a:r>
          </a:p>
        </p:txBody>
      </p:sp>
      <p:sp>
        <p:nvSpPr>
          <p:cNvPr id="869410" name="Rectangle 34"/>
          <p:cNvSpPr>
            <a:spLocks noChangeArrowheads="1"/>
          </p:cNvSpPr>
          <p:nvPr/>
        </p:nvSpPr>
        <p:spPr bwMode="auto">
          <a:xfrm>
            <a:off x="5591175" y="1350963"/>
            <a:ext cx="1146175"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defTabSz="895350">
              <a:spcBef>
                <a:spcPct val="0"/>
              </a:spcBef>
              <a:defRPr>
                <a:solidFill>
                  <a:schemeClr val="tx1"/>
                </a:solidFill>
                <a:latin typeface="Arial" panose="020B0604020202020204" pitchFamily="34" charset="0"/>
              </a:defRPr>
            </a:lvl1pPr>
            <a:lvl2pPr marL="742950" indent="-285750" algn="l" defTabSz="895350">
              <a:spcBef>
                <a:spcPct val="0"/>
              </a:spcBef>
              <a:defRPr>
                <a:solidFill>
                  <a:schemeClr val="tx1"/>
                </a:solidFill>
                <a:latin typeface="Arial" panose="020B0604020202020204" pitchFamily="34" charset="0"/>
              </a:defRPr>
            </a:lvl2pPr>
            <a:lvl3pPr marL="1143000" indent="-228600" algn="l" defTabSz="895350">
              <a:spcBef>
                <a:spcPct val="0"/>
              </a:spcBef>
              <a:defRPr>
                <a:solidFill>
                  <a:schemeClr val="tx1"/>
                </a:solidFill>
                <a:latin typeface="Arial" panose="020B0604020202020204" pitchFamily="34" charset="0"/>
              </a:defRPr>
            </a:lvl3pPr>
            <a:lvl4pPr marL="1600200" indent="-228600" algn="l" defTabSz="895350">
              <a:spcBef>
                <a:spcPct val="0"/>
              </a:spcBef>
              <a:defRPr>
                <a:solidFill>
                  <a:schemeClr val="tx1"/>
                </a:solidFill>
                <a:latin typeface="Arial" panose="020B0604020202020204" pitchFamily="34" charset="0"/>
              </a:defRPr>
            </a:lvl4pPr>
            <a:lvl5pPr marL="2057400" indent="-228600" algn="l" defTabSz="895350">
              <a:spcBef>
                <a:spcPct val="0"/>
              </a:spcBef>
              <a:defRPr>
                <a:solidFill>
                  <a:schemeClr val="tx1"/>
                </a:solidFill>
                <a:latin typeface="Arial" panose="020B0604020202020204" pitchFamily="34" charset="0"/>
              </a:defRPr>
            </a:lvl5pPr>
            <a:lvl6pPr marL="2514600" indent="-228600" defTabSz="895350" fontAlgn="base">
              <a:spcBef>
                <a:spcPct val="0"/>
              </a:spcBef>
              <a:spcAft>
                <a:spcPct val="0"/>
              </a:spcAft>
              <a:defRPr>
                <a:solidFill>
                  <a:schemeClr val="tx1"/>
                </a:solidFill>
                <a:latin typeface="Arial" panose="020B0604020202020204" pitchFamily="34" charset="0"/>
              </a:defRPr>
            </a:lvl6pPr>
            <a:lvl7pPr marL="2971800" indent="-228600" defTabSz="895350" fontAlgn="base">
              <a:spcBef>
                <a:spcPct val="0"/>
              </a:spcBef>
              <a:spcAft>
                <a:spcPct val="0"/>
              </a:spcAft>
              <a:defRPr>
                <a:solidFill>
                  <a:schemeClr val="tx1"/>
                </a:solidFill>
                <a:latin typeface="Arial" panose="020B0604020202020204" pitchFamily="34" charset="0"/>
              </a:defRPr>
            </a:lvl7pPr>
            <a:lvl8pPr marL="3429000" indent="-228600" defTabSz="895350" fontAlgn="base">
              <a:spcBef>
                <a:spcPct val="0"/>
              </a:spcBef>
              <a:spcAft>
                <a:spcPct val="0"/>
              </a:spcAft>
              <a:defRPr>
                <a:solidFill>
                  <a:schemeClr val="tx1"/>
                </a:solidFill>
                <a:latin typeface="Arial" panose="020B0604020202020204" pitchFamily="34" charset="0"/>
              </a:defRPr>
            </a:lvl8pPr>
            <a:lvl9pPr marL="3886200" indent="-228600" defTabSz="895350" fontAlgn="base">
              <a:spcBef>
                <a:spcPct val="0"/>
              </a:spcBef>
              <a:spcAft>
                <a:spcPct val="0"/>
              </a:spcAft>
              <a:defRPr>
                <a:solidFill>
                  <a:schemeClr val="tx1"/>
                </a:solidFill>
                <a:latin typeface="Arial" panose="020B0604020202020204" pitchFamily="34" charset="0"/>
              </a:defRPr>
            </a:lvl9pPr>
          </a:lstStyle>
          <a:p>
            <a:pPr>
              <a:spcBef>
                <a:spcPct val="20000"/>
              </a:spcBef>
              <a:buClr>
                <a:srgbClr val="4E84C4"/>
              </a:buClr>
              <a:buFontTx/>
              <a:buChar char="•"/>
            </a:pPr>
            <a:r>
              <a:rPr lang="en-US" altLang="en-US" sz="1200" b="0"/>
              <a:t>100,000 +</a:t>
            </a:r>
          </a:p>
        </p:txBody>
      </p:sp>
      <p:sp>
        <p:nvSpPr>
          <p:cNvPr id="869411" name="Rectangle 35"/>
          <p:cNvSpPr>
            <a:spLocks noChangeArrowheads="1"/>
          </p:cNvSpPr>
          <p:nvPr/>
        </p:nvSpPr>
        <p:spPr bwMode="auto">
          <a:xfrm>
            <a:off x="6921500" y="1350963"/>
            <a:ext cx="198913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marL="342900" indent="-342900" algn="l" defTabSz="895350">
              <a:spcBef>
                <a:spcPct val="0"/>
              </a:spcBef>
              <a:defRPr>
                <a:solidFill>
                  <a:schemeClr val="tx1"/>
                </a:solidFill>
                <a:latin typeface="Arial" panose="020B0604020202020204" pitchFamily="34" charset="0"/>
              </a:defRPr>
            </a:lvl1pPr>
            <a:lvl2pPr marL="144463" indent="-142875" algn="l" defTabSz="895350">
              <a:spcBef>
                <a:spcPct val="0"/>
              </a:spcBef>
              <a:defRPr>
                <a:solidFill>
                  <a:schemeClr val="tx1"/>
                </a:solidFill>
                <a:latin typeface="Arial" panose="020B0604020202020204" pitchFamily="34" charset="0"/>
              </a:defRPr>
            </a:lvl2pPr>
            <a:lvl3pPr marL="1143000" indent="-228600" algn="l" defTabSz="895350">
              <a:spcBef>
                <a:spcPct val="0"/>
              </a:spcBef>
              <a:defRPr>
                <a:solidFill>
                  <a:schemeClr val="tx1"/>
                </a:solidFill>
                <a:latin typeface="Arial" panose="020B0604020202020204" pitchFamily="34" charset="0"/>
              </a:defRPr>
            </a:lvl3pPr>
            <a:lvl4pPr marL="1600200" indent="-228600" algn="l" defTabSz="895350">
              <a:spcBef>
                <a:spcPct val="0"/>
              </a:spcBef>
              <a:defRPr>
                <a:solidFill>
                  <a:schemeClr val="tx1"/>
                </a:solidFill>
                <a:latin typeface="Arial" panose="020B0604020202020204" pitchFamily="34" charset="0"/>
              </a:defRPr>
            </a:lvl4pPr>
            <a:lvl5pPr marL="2057400" indent="-228600" algn="l" defTabSz="895350">
              <a:spcBef>
                <a:spcPct val="0"/>
              </a:spcBef>
              <a:defRPr>
                <a:solidFill>
                  <a:schemeClr val="tx1"/>
                </a:solidFill>
                <a:latin typeface="Arial" panose="020B0604020202020204" pitchFamily="34" charset="0"/>
              </a:defRPr>
            </a:lvl5pPr>
            <a:lvl6pPr marL="2514600" indent="-228600" defTabSz="895350" fontAlgn="base">
              <a:spcBef>
                <a:spcPct val="0"/>
              </a:spcBef>
              <a:spcAft>
                <a:spcPct val="0"/>
              </a:spcAft>
              <a:defRPr>
                <a:solidFill>
                  <a:schemeClr val="tx1"/>
                </a:solidFill>
                <a:latin typeface="Arial" panose="020B0604020202020204" pitchFamily="34" charset="0"/>
              </a:defRPr>
            </a:lvl6pPr>
            <a:lvl7pPr marL="2971800" indent="-228600" defTabSz="895350" fontAlgn="base">
              <a:spcBef>
                <a:spcPct val="0"/>
              </a:spcBef>
              <a:spcAft>
                <a:spcPct val="0"/>
              </a:spcAft>
              <a:defRPr>
                <a:solidFill>
                  <a:schemeClr val="tx1"/>
                </a:solidFill>
                <a:latin typeface="Arial" panose="020B0604020202020204" pitchFamily="34" charset="0"/>
              </a:defRPr>
            </a:lvl7pPr>
            <a:lvl8pPr marL="3429000" indent="-228600" defTabSz="895350" fontAlgn="base">
              <a:spcBef>
                <a:spcPct val="0"/>
              </a:spcBef>
              <a:spcAft>
                <a:spcPct val="0"/>
              </a:spcAft>
              <a:defRPr>
                <a:solidFill>
                  <a:schemeClr val="tx1"/>
                </a:solidFill>
                <a:latin typeface="Arial" panose="020B0604020202020204" pitchFamily="34" charset="0"/>
              </a:defRPr>
            </a:lvl8pPr>
            <a:lvl9pPr marL="3886200" indent="-228600" defTabSz="895350" fontAlgn="base">
              <a:spcBef>
                <a:spcPct val="0"/>
              </a:spcBef>
              <a:spcAft>
                <a:spcPct val="0"/>
              </a:spcAft>
              <a:defRPr>
                <a:solidFill>
                  <a:schemeClr val="tx1"/>
                </a:solidFill>
                <a:latin typeface="Arial" panose="020B0604020202020204" pitchFamily="34" charset="0"/>
              </a:defRPr>
            </a:lvl9pPr>
          </a:lstStyle>
          <a:p>
            <a:pPr lvl="1">
              <a:spcBef>
                <a:spcPct val="20000"/>
              </a:spcBef>
              <a:buClr>
                <a:srgbClr val="4E84C4"/>
              </a:buClr>
            </a:pPr>
            <a:r>
              <a:rPr lang="en-US" altLang="en-US" sz="1000" b="0" dirty="0"/>
              <a:t>    Metro cash and carry, Costco, Sam’s Club</a:t>
            </a:r>
          </a:p>
        </p:txBody>
      </p:sp>
      <p:sp>
        <p:nvSpPr>
          <p:cNvPr id="869412" name="Line 36"/>
          <p:cNvSpPr>
            <a:spLocks noChangeShapeType="1"/>
          </p:cNvSpPr>
          <p:nvPr/>
        </p:nvSpPr>
        <p:spPr bwMode="auto">
          <a:xfrm>
            <a:off x="1549400" y="2225675"/>
            <a:ext cx="7408863"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869413" name="Rectangle 37"/>
          <p:cNvSpPr>
            <a:spLocks noChangeArrowheads="1"/>
          </p:cNvSpPr>
          <p:nvPr/>
        </p:nvSpPr>
        <p:spPr bwMode="auto">
          <a:xfrm>
            <a:off x="3494088" y="730250"/>
            <a:ext cx="192246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defTabSz="895350">
              <a:spcBef>
                <a:spcPct val="0"/>
              </a:spcBef>
              <a:defRPr>
                <a:solidFill>
                  <a:schemeClr val="tx1"/>
                </a:solidFill>
                <a:latin typeface="Arial" panose="020B0604020202020204" pitchFamily="34" charset="0"/>
              </a:defRPr>
            </a:lvl1pPr>
            <a:lvl2pPr marL="742950" indent="-285750" algn="l" defTabSz="895350">
              <a:spcBef>
                <a:spcPct val="0"/>
              </a:spcBef>
              <a:defRPr>
                <a:solidFill>
                  <a:schemeClr val="tx1"/>
                </a:solidFill>
                <a:latin typeface="Arial" panose="020B0604020202020204" pitchFamily="34" charset="0"/>
              </a:defRPr>
            </a:lvl2pPr>
            <a:lvl3pPr marL="1143000" indent="-228600" algn="l" defTabSz="895350">
              <a:spcBef>
                <a:spcPct val="0"/>
              </a:spcBef>
              <a:defRPr>
                <a:solidFill>
                  <a:schemeClr val="tx1"/>
                </a:solidFill>
                <a:latin typeface="Arial" panose="020B0604020202020204" pitchFamily="34" charset="0"/>
              </a:defRPr>
            </a:lvl3pPr>
            <a:lvl4pPr marL="1600200" indent="-228600" algn="l" defTabSz="895350">
              <a:spcBef>
                <a:spcPct val="0"/>
              </a:spcBef>
              <a:defRPr>
                <a:solidFill>
                  <a:schemeClr val="tx1"/>
                </a:solidFill>
                <a:latin typeface="Arial" panose="020B0604020202020204" pitchFamily="34" charset="0"/>
              </a:defRPr>
            </a:lvl4pPr>
            <a:lvl5pPr marL="2057400" indent="-228600" algn="l" defTabSz="895350">
              <a:spcBef>
                <a:spcPct val="0"/>
              </a:spcBef>
              <a:defRPr>
                <a:solidFill>
                  <a:schemeClr val="tx1"/>
                </a:solidFill>
                <a:latin typeface="Arial" panose="020B0604020202020204" pitchFamily="34" charset="0"/>
              </a:defRPr>
            </a:lvl5pPr>
            <a:lvl6pPr marL="2514600" indent="-228600" defTabSz="895350" fontAlgn="base">
              <a:spcBef>
                <a:spcPct val="0"/>
              </a:spcBef>
              <a:spcAft>
                <a:spcPct val="0"/>
              </a:spcAft>
              <a:defRPr>
                <a:solidFill>
                  <a:schemeClr val="tx1"/>
                </a:solidFill>
                <a:latin typeface="Arial" panose="020B0604020202020204" pitchFamily="34" charset="0"/>
              </a:defRPr>
            </a:lvl6pPr>
            <a:lvl7pPr marL="2971800" indent="-228600" defTabSz="895350" fontAlgn="base">
              <a:spcBef>
                <a:spcPct val="0"/>
              </a:spcBef>
              <a:spcAft>
                <a:spcPct val="0"/>
              </a:spcAft>
              <a:defRPr>
                <a:solidFill>
                  <a:schemeClr val="tx1"/>
                </a:solidFill>
                <a:latin typeface="Arial" panose="020B0604020202020204" pitchFamily="34" charset="0"/>
              </a:defRPr>
            </a:lvl7pPr>
            <a:lvl8pPr marL="3429000" indent="-228600" defTabSz="895350" fontAlgn="base">
              <a:spcBef>
                <a:spcPct val="0"/>
              </a:spcBef>
              <a:spcAft>
                <a:spcPct val="0"/>
              </a:spcAft>
              <a:defRPr>
                <a:solidFill>
                  <a:schemeClr val="tx1"/>
                </a:solidFill>
                <a:latin typeface="Arial" panose="020B0604020202020204" pitchFamily="34" charset="0"/>
              </a:defRPr>
            </a:lvl8pPr>
            <a:lvl9pPr marL="3886200" indent="-228600" defTabSz="895350" fontAlgn="base">
              <a:spcBef>
                <a:spcPct val="0"/>
              </a:spcBef>
              <a:spcAft>
                <a:spcPct val="0"/>
              </a:spcAft>
              <a:defRPr>
                <a:solidFill>
                  <a:schemeClr val="tx1"/>
                </a:solidFill>
                <a:latin typeface="Arial" panose="020B0604020202020204" pitchFamily="34" charset="0"/>
              </a:defRPr>
            </a:lvl9pPr>
          </a:lstStyle>
          <a:p>
            <a:pPr>
              <a:spcBef>
                <a:spcPct val="20000"/>
              </a:spcBef>
              <a:buClr>
                <a:srgbClr val="4E84C4"/>
              </a:buClr>
            </a:pPr>
            <a:r>
              <a:rPr lang="en-US" altLang="en-US" sz="1400" dirty="0">
                <a:solidFill>
                  <a:schemeClr val="bg1"/>
                </a:solidFill>
                <a:latin typeface="+mn-lt"/>
              </a:rPr>
              <a:t>Key categories retailed</a:t>
            </a:r>
          </a:p>
        </p:txBody>
      </p:sp>
    </p:spTree>
    <p:extLst>
      <p:ext uri="{BB962C8B-B14F-4D97-AF65-F5344CB8AC3E}">
        <p14:creationId xmlns:p14="http://schemas.microsoft.com/office/powerpoint/2010/main" val="105345354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694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6939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694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9396" grpId="0"/>
      <p:bldP spid="869403" grpId="0"/>
      <p:bldP spid="86941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lstStyle/>
          <a:p>
            <a:endParaRPr lang="en-US" dirty="0"/>
          </a:p>
          <a:p>
            <a:r>
              <a:rPr lang="en-US" dirty="0"/>
              <a:t>Most Analytics consultancies do an Analytics Health Check of the organization that they consult to gauge how much awareness exists within the firm and how much needs to be built.</a:t>
            </a:r>
          </a:p>
          <a:p>
            <a:endParaRPr lang="en-US" dirty="0"/>
          </a:p>
          <a:p>
            <a:endParaRPr lang="en-US" dirty="0"/>
          </a:p>
          <a:p>
            <a:r>
              <a:rPr lang="en-US" dirty="0"/>
              <a:t>Let us do a quick Analytics health check for ourselves and see where we stand !!</a:t>
            </a:r>
          </a:p>
          <a:p>
            <a:endParaRPr lang="en-IN" dirty="0"/>
          </a:p>
        </p:txBody>
      </p:sp>
      <p:sp>
        <p:nvSpPr>
          <p:cNvPr id="4" name="Title 3"/>
          <p:cNvSpPr>
            <a:spLocks noGrp="1"/>
          </p:cNvSpPr>
          <p:nvPr>
            <p:ph type="title"/>
          </p:nvPr>
        </p:nvSpPr>
        <p:spPr/>
        <p:txBody>
          <a:bodyPr/>
          <a:lstStyle/>
          <a:p>
            <a:r>
              <a:rPr lang="en-US" dirty="0"/>
              <a:t>Why an Analytics Health Check is necessary ?</a:t>
            </a:r>
            <a:endParaRPr lang="en-IN" dirty="0"/>
          </a:p>
        </p:txBody>
      </p:sp>
    </p:spTree>
    <p:extLst>
      <p:ext uri="{BB962C8B-B14F-4D97-AF65-F5344CB8AC3E}">
        <p14:creationId xmlns:p14="http://schemas.microsoft.com/office/powerpoint/2010/main" val="4429177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sz="half" idx="1"/>
          </p:nvPr>
        </p:nvSpPr>
        <p:spPr/>
        <p:txBody>
          <a:bodyPr/>
          <a:lstStyle/>
          <a:p>
            <a:r>
              <a:rPr lang="en-US" dirty="0"/>
              <a:t>Send coupons to customers who shop in your top 10 stores </a:t>
            </a:r>
            <a:endParaRPr lang="en-IN" dirty="0"/>
          </a:p>
        </p:txBody>
      </p:sp>
      <p:sp>
        <p:nvSpPr>
          <p:cNvPr id="9" name="Content Placeholder 8"/>
          <p:cNvSpPr>
            <a:spLocks noGrp="1"/>
          </p:cNvSpPr>
          <p:nvPr>
            <p:ph sz="half" idx="2"/>
          </p:nvPr>
        </p:nvSpPr>
        <p:spPr/>
        <p:txBody>
          <a:bodyPr/>
          <a:lstStyle/>
          <a:p>
            <a:r>
              <a:rPr lang="en-IN" dirty="0"/>
              <a:t>Send coupons to customers who are your top 100K shoppers across 100 stores</a:t>
            </a:r>
          </a:p>
        </p:txBody>
      </p:sp>
      <p:pic>
        <p:nvPicPr>
          <p:cNvPr id="92162" name="Picture 2" descr="http://queenbeecoupons.com/wp-content/upload/2011/12/coffee-mate.png"/>
          <p:cNvPicPr>
            <a:picLocks noChangeAspect="1" noChangeArrowheads="1"/>
          </p:cNvPicPr>
          <p:nvPr/>
        </p:nvPicPr>
        <p:blipFill>
          <a:blip r:embed="rId3" cstate="print"/>
          <a:srcRect/>
          <a:stretch>
            <a:fillRect/>
          </a:stretch>
        </p:blipFill>
        <p:spPr bwMode="auto">
          <a:xfrm>
            <a:off x="3133047" y="3248778"/>
            <a:ext cx="3396118" cy="2566989"/>
          </a:xfrm>
          <a:prstGeom prst="rect">
            <a:avLst/>
          </a:prstGeom>
          <a:noFill/>
        </p:spPr>
      </p:pic>
      <p:sp>
        <p:nvSpPr>
          <p:cNvPr id="8" name="Title 3"/>
          <p:cNvSpPr txBox="1">
            <a:spLocks/>
          </p:cNvSpPr>
          <p:nvPr/>
        </p:nvSpPr>
        <p:spPr>
          <a:xfrm>
            <a:off x="487180" y="232166"/>
            <a:ext cx="8461948" cy="677862"/>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kern="1200">
                <a:solidFill>
                  <a:srgbClr val="04FCDE"/>
                </a:solidFill>
                <a:latin typeface="+mn-lt"/>
                <a:ea typeface="+mj-ea"/>
                <a:cs typeface="+mj-cs"/>
              </a:defRPr>
            </a:lvl1pPr>
          </a:lstStyle>
          <a:p>
            <a:r>
              <a:rPr lang="en-US" sz="2000" b="1" dirty="0"/>
              <a:t>Targeted Marketing – You have a budget for targeting shoppers in Spencer.  Prepare a marketing analytics strategy for each of these two options?</a:t>
            </a:r>
            <a:endParaRPr lang="en-IN" sz="2000" b="1" dirty="0"/>
          </a:p>
        </p:txBody>
      </p:sp>
    </p:spTree>
    <p:extLst>
      <p:ext uri="{BB962C8B-B14F-4D97-AF65-F5344CB8AC3E}">
        <p14:creationId xmlns:p14="http://schemas.microsoft.com/office/powerpoint/2010/main" val="25220941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Top 10 stores visa-vis top 100k shoppers</a:t>
            </a:r>
          </a:p>
        </p:txBody>
      </p:sp>
      <p:sp>
        <p:nvSpPr>
          <p:cNvPr id="3" name="Content Placeholder 2"/>
          <p:cNvSpPr>
            <a:spLocks noGrp="1"/>
          </p:cNvSpPr>
          <p:nvPr>
            <p:ph sz="half" idx="1"/>
          </p:nvPr>
        </p:nvSpPr>
        <p:spPr/>
        <p:txBody>
          <a:bodyPr>
            <a:normAutofit fontScale="92500" lnSpcReduction="20000"/>
          </a:bodyPr>
          <a:lstStyle/>
          <a:p>
            <a:r>
              <a:rPr lang="en-US" b="1" dirty="0"/>
              <a:t>Top 10 stores</a:t>
            </a:r>
          </a:p>
          <a:p>
            <a:endParaRPr lang="en-US" dirty="0"/>
          </a:p>
          <a:p>
            <a:r>
              <a:rPr lang="en-US" dirty="0"/>
              <a:t>On what basis do you identify your   top 10 stores ?</a:t>
            </a:r>
          </a:p>
          <a:p>
            <a:endParaRPr lang="en-US" dirty="0"/>
          </a:p>
          <a:p>
            <a:r>
              <a:rPr lang="en-US" dirty="0"/>
              <a:t>Rank stores by revenue ?</a:t>
            </a:r>
          </a:p>
          <a:p>
            <a:endParaRPr lang="en-US" dirty="0"/>
          </a:p>
          <a:p>
            <a:r>
              <a:rPr lang="en-US" dirty="0"/>
              <a:t>Rank stores by margins/profits?</a:t>
            </a:r>
          </a:p>
          <a:p>
            <a:endParaRPr lang="en-US" dirty="0"/>
          </a:p>
          <a:p>
            <a:r>
              <a:rPr lang="en-US" dirty="0"/>
              <a:t>Rank stores by number </a:t>
            </a:r>
            <a:r>
              <a:rPr lang="en-US"/>
              <a:t>of goods </a:t>
            </a:r>
            <a:r>
              <a:rPr lang="en-US" dirty="0"/>
              <a:t>sold ?</a:t>
            </a:r>
          </a:p>
          <a:p>
            <a:endParaRPr lang="en-US" dirty="0"/>
          </a:p>
          <a:p>
            <a:r>
              <a:rPr lang="en-US" dirty="0"/>
              <a:t>Rank stores by some other metric ? (Revenue per sq. </a:t>
            </a:r>
            <a:r>
              <a:rPr lang="en-US" dirty="0" err="1"/>
              <a:t>ft</a:t>
            </a:r>
            <a:r>
              <a:rPr lang="en-US" dirty="0"/>
              <a:t>)</a:t>
            </a:r>
          </a:p>
        </p:txBody>
      </p:sp>
      <p:sp>
        <p:nvSpPr>
          <p:cNvPr id="4" name="Content Placeholder 3"/>
          <p:cNvSpPr>
            <a:spLocks noGrp="1"/>
          </p:cNvSpPr>
          <p:nvPr>
            <p:ph sz="half" idx="2"/>
          </p:nvPr>
        </p:nvSpPr>
        <p:spPr/>
        <p:txBody>
          <a:bodyPr>
            <a:normAutofit fontScale="92500" lnSpcReduction="20000"/>
          </a:bodyPr>
          <a:lstStyle/>
          <a:p>
            <a:r>
              <a:rPr lang="en-US" b="1" dirty="0"/>
              <a:t>Top 100k shoppers </a:t>
            </a:r>
          </a:p>
          <a:p>
            <a:endParaRPr lang="en-US" b="1" dirty="0"/>
          </a:p>
          <a:p>
            <a:r>
              <a:rPr lang="en-US" dirty="0"/>
              <a:t>On what basis do you identify your top 100k shoppers ?</a:t>
            </a:r>
          </a:p>
          <a:p>
            <a:endParaRPr lang="en-US" dirty="0"/>
          </a:p>
          <a:p>
            <a:r>
              <a:rPr lang="en-US" dirty="0"/>
              <a:t>A person who buys a TV for Rs.100k but visits only once a year, or a person who visits every week, but spends only Rs.10,000 ?</a:t>
            </a:r>
          </a:p>
          <a:p>
            <a:endParaRPr lang="en-US" dirty="0"/>
          </a:p>
          <a:p>
            <a:r>
              <a:rPr lang="en-US" dirty="0"/>
              <a:t>Not just the top 100k shoppers but top 100K shoppers who are either buyers of this brand or this category- what if there are not enough shoppers who buy into this brand ? </a:t>
            </a:r>
          </a:p>
          <a:p>
            <a:endParaRPr lang="en-US" dirty="0"/>
          </a:p>
          <a:p>
            <a:r>
              <a:rPr lang="en-US" dirty="0"/>
              <a:t>Proxy brand</a:t>
            </a:r>
            <a:endParaRPr lang="en-IN" dirty="0"/>
          </a:p>
          <a:p>
            <a:endParaRPr lang="en-US" dirty="0"/>
          </a:p>
          <a:p>
            <a:endParaRPr lang="en-US" b="1" dirty="0"/>
          </a:p>
        </p:txBody>
      </p:sp>
    </p:spTree>
    <p:extLst>
      <p:ext uri="{BB962C8B-B14F-4D97-AF65-F5344CB8AC3E}">
        <p14:creationId xmlns:p14="http://schemas.microsoft.com/office/powerpoint/2010/main" val="696603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a:t>Grow top line through Marketing</a:t>
            </a:r>
            <a:endParaRPr lang="en-IN" dirty="0">
              <a:solidFill>
                <a:schemeClr val="dk1"/>
              </a:solidFill>
            </a:endParaRPr>
          </a:p>
        </p:txBody>
      </p:sp>
      <p:sp>
        <p:nvSpPr>
          <p:cNvPr id="5" name="Content Placeholder 4"/>
          <p:cNvSpPr>
            <a:spLocks noGrp="1"/>
          </p:cNvSpPr>
          <p:nvPr>
            <p:ph sz="half" idx="1"/>
          </p:nvPr>
        </p:nvSpPr>
        <p:spPr>
          <a:xfrm>
            <a:off x="247338" y="4635500"/>
            <a:ext cx="4038600" cy="1449687"/>
          </a:xfrm>
        </p:spPr>
        <p:txBody>
          <a:bodyPr/>
          <a:lstStyle/>
          <a:p>
            <a:r>
              <a:rPr lang="en-US" dirty="0"/>
              <a:t>Focus on growth of your market share through mass marketing – a la Microsoft</a:t>
            </a:r>
            <a:endParaRPr lang="en-IN" dirty="0"/>
          </a:p>
        </p:txBody>
      </p:sp>
      <p:sp>
        <p:nvSpPr>
          <p:cNvPr id="6" name="Content Placeholder 5"/>
          <p:cNvSpPr>
            <a:spLocks noGrp="1"/>
          </p:cNvSpPr>
          <p:nvPr>
            <p:ph sz="half" idx="2"/>
          </p:nvPr>
        </p:nvSpPr>
        <p:spPr>
          <a:xfrm>
            <a:off x="4648200" y="4583113"/>
            <a:ext cx="4038600" cy="1543050"/>
          </a:xfrm>
        </p:spPr>
        <p:txBody>
          <a:bodyPr/>
          <a:lstStyle/>
          <a:p>
            <a:r>
              <a:rPr lang="en-IN" dirty="0"/>
              <a:t>Focus on growing the spend from existing customers</a:t>
            </a:r>
          </a:p>
          <a:p>
            <a:r>
              <a:rPr lang="en-IN" dirty="0"/>
              <a:t>- a la Apple</a:t>
            </a:r>
          </a:p>
        </p:txBody>
      </p:sp>
      <p:pic>
        <p:nvPicPr>
          <p:cNvPr id="91138" name="Picture 2" descr="http://www.webpagefx.com/blog/wp-content/uploads/2009/10/operating-system-market-share.jpg"/>
          <p:cNvPicPr>
            <a:picLocks noChangeAspect="1" noChangeArrowheads="1"/>
          </p:cNvPicPr>
          <p:nvPr/>
        </p:nvPicPr>
        <p:blipFill>
          <a:blip r:embed="rId3" cstate="print"/>
          <a:srcRect/>
          <a:stretch>
            <a:fillRect/>
          </a:stretch>
        </p:blipFill>
        <p:spPr bwMode="auto">
          <a:xfrm>
            <a:off x="520700" y="1384300"/>
            <a:ext cx="4095751" cy="3111500"/>
          </a:xfrm>
          <a:prstGeom prst="rect">
            <a:avLst/>
          </a:prstGeom>
          <a:noFill/>
        </p:spPr>
      </p:pic>
      <p:sp>
        <p:nvSpPr>
          <p:cNvPr id="91142" name="AutoShape 6" descr="http://mobilegumti.com/wp-content/uploads/2011/07/US-Smartphone-Market-Share.jpg"/>
          <p:cNvSpPr>
            <a:spLocks noChangeAspect="1" noChangeArrowheads="1"/>
          </p:cNvSpPr>
          <p:nvPr/>
        </p:nvSpPr>
        <p:spPr bwMode="auto">
          <a:xfrm>
            <a:off x="63500" y="-136525"/>
            <a:ext cx="4067175" cy="2876550"/>
          </a:xfrm>
          <a:prstGeom prst="rect">
            <a:avLst/>
          </a:prstGeom>
          <a:noFill/>
        </p:spPr>
        <p:txBody>
          <a:bodyPr vert="horz" wrap="square" lIns="91440" tIns="45720" rIns="91440" bIns="45720" numCol="1" anchor="t" anchorCtr="0" compatLnSpc="1">
            <a:prstTxWarp prst="textNoShape">
              <a:avLst/>
            </a:prstTxWarp>
          </a:bodyPr>
          <a:lstStyle/>
          <a:p>
            <a:endParaRPr lang="en-IN" dirty="0"/>
          </a:p>
        </p:txBody>
      </p:sp>
      <p:pic>
        <p:nvPicPr>
          <p:cNvPr id="91144" name="Picture 8" descr="http://mobilegumti.com/wp-content/uploads/2011/07/US-Smartphone-Market-Share.jpg"/>
          <p:cNvPicPr>
            <a:picLocks noChangeAspect="1" noChangeArrowheads="1"/>
          </p:cNvPicPr>
          <p:nvPr/>
        </p:nvPicPr>
        <p:blipFill>
          <a:blip r:embed="rId4" cstate="print"/>
          <a:srcRect/>
          <a:stretch>
            <a:fillRect/>
          </a:stretch>
        </p:blipFill>
        <p:spPr bwMode="auto">
          <a:xfrm>
            <a:off x="4563607" y="1244600"/>
            <a:ext cx="4307344" cy="3046413"/>
          </a:xfrm>
          <a:prstGeom prst="rect">
            <a:avLst/>
          </a:prstGeom>
          <a:noFill/>
        </p:spPr>
      </p:pic>
    </p:spTree>
    <p:extLst>
      <p:ext uri="{BB962C8B-B14F-4D97-AF65-F5344CB8AC3E}">
        <p14:creationId xmlns:p14="http://schemas.microsoft.com/office/powerpoint/2010/main" val="32697165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p:txBody>
          <a:bodyPr>
            <a:normAutofit lnSpcReduction="10000"/>
          </a:bodyPr>
          <a:lstStyle/>
          <a:p>
            <a:pPr lvl="0"/>
            <a:r>
              <a:rPr lang="en-US" b="1" dirty="0">
                <a:solidFill>
                  <a:prstClr val="black"/>
                </a:solidFill>
              </a:rPr>
              <a:t>Focus on growth of your market share through mass marketing</a:t>
            </a:r>
            <a:endParaRPr lang="en-IN" b="1" dirty="0">
              <a:solidFill>
                <a:prstClr val="black"/>
              </a:solidFill>
            </a:endParaRPr>
          </a:p>
          <a:p>
            <a:endParaRPr lang="en-US" dirty="0"/>
          </a:p>
          <a:p>
            <a:r>
              <a:rPr lang="en-US" dirty="0"/>
              <a:t>How do you calculate the market share ?</a:t>
            </a:r>
          </a:p>
          <a:p>
            <a:endParaRPr lang="en-US" dirty="0"/>
          </a:p>
          <a:p>
            <a:r>
              <a:rPr lang="en-US" dirty="0"/>
              <a:t>Syndicated data- IRI, Nielsen, IMRB</a:t>
            </a:r>
          </a:p>
          <a:p>
            <a:endParaRPr lang="en-US" dirty="0"/>
          </a:p>
          <a:p>
            <a:r>
              <a:rPr lang="en-US" dirty="0"/>
              <a:t>How do you increase market share ?</a:t>
            </a:r>
          </a:p>
          <a:p>
            <a:r>
              <a:rPr lang="en-US" dirty="0"/>
              <a:t>- mass advertising</a:t>
            </a:r>
          </a:p>
          <a:p>
            <a:r>
              <a:rPr lang="en-US" dirty="0"/>
              <a:t>- new customer acquisition through campaigns</a:t>
            </a:r>
          </a:p>
        </p:txBody>
      </p:sp>
      <p:sp>
        <p:nvSpPr>
          <p:cNvPr id="4" name="Content Placeholder 3"/>
          <p:cNvSpPr>
            <a:spLocks noGrp="1"/>
          </p:cNvSpPr>
          <p:nvPr>
            <p:ph sz="half" idx="2"/>
          </p:nvPr>
        </p:nvSpPr>
        <p:spPr/>
        <p:txBody>
          <a:bodyPr>
            <a:normAutofit lnSpcReduction="10000"/>
          </a:bodyPr>
          <a:lstStyle/>
          <a:p>
            <a:r>
              <a:rPr lang="en-IN" b="1" dirty="0"/>
              <a:t>Focus on growing the spend from existing customers</a:t>
            </a:r>
          </a:p>
          <a:p>
            <a:endParaRPr lang="en-IN" b="1" dirty="0"/>
          </a:p>
          <a:p>
            <a:r>
              <a:rPr lang="en-US" dirty="0"/>
              <a:t>How do you calculate the share of wallet of your customers ?</a:t>
            </a:r>
          </a:p>
          <a:p>
            <a:endParaRPr lang="en-US" dirty="0"/>
          </a:p>
          <a:p>
            <a:r>
              <a:rPr lang="en-US" dirty="0"/>
              <a:t>How will you get data about what your customers are buying from other stores ?</a:t>
            </a:r>
          </a:p>
          <a:p>
            <a:endParaRPr lang="en-US" dirty="0"/>
          </a:p>
          <a:p>
            <a:r>
              <a:rPr lang="en-US" dirty="0"/>
              <a:t>Can you use Analytics to use share of wallet numbers for a small section of your customers and extrapolate to the rest of the population ?</a:t>
            </a:r>
          </a:p>
          <a:p>
            <a:endParaRPr lang="en-US" dirty="0"/>
          </a:p>
        </p:txBody>
      </p:sp>
      <p:sp>
        <p:nvSpPr>
          <p:cNvPr id="5" name="Title 1"/>
          <p:cNvSpPr txBox="1">
            <a:spLocks/>
          </p:cNvSpPr>
          <p:nvPr/>
        </p:nvSpPr>
        <p:spPr>
          <a:xfrm>
            <a:off x="638175" y="255583"/>
            <a:ext cx="8229600" cy="677862"/>
          </a:xfrm>
          <a:prstGeom prst="rect">
            <a:avLst/>
          </a:prstGeom>
        </p:spPr>
        <p:txBody>
          <a:bodyPr vert="horz" lIns="91440" tIns="45720" rIns="91440" bIns="45720" rtlCol="0" anchor="ctr">
            <a:normAutofit fontScale="77500" lnSpcReduction="20000"/>
          </a:bodyPr>
          <a:lstStyle>
            <a:lvl1pPr algn="l" defTabSz="914400" rtl="0" eaLnBrk="1" latinLnBrk="0" hangingPunct="1">
              <a:spcBef>
                <a:spcPct val="0"/>
              </a:spcBef>
              <a:buNone/>
              <a:defRPr sz="2800" kern="1200">
                <a:solidFill>
                  <a:srgbClr val="04FCDE"/>
                </a:solidFill>
                <a:latin typeface="+mn-lt"/>
                <a:ea typeface="+mj-ea"/>
                <a:cs typeface="+mj-cs"/>
              </a:defRPr>
            </a:lvl1pPr>
          </a:lstStyle>
          <a:p>
            <a:r>
              <a:rPr lang="en-US" dirty="0"/>
              <a:t>Mass marketing versus growing share of wallet of existing customers?</a:t>
            </a:r>
          </a:p>
        </p:txBody>
      </p:sp>
    </p:spTree>
    <p:extLst>
      <p:ext uri="{BB962C8B-B14F-4D97-AF65-F5344CB8AC3E}">
        <p14:creationId xmlns:p14="http://schemas.microsoft.com/office/powerpoint/2010/main" val="3271231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5706" name="Picture 10" descr="http://www.britishonlinegoodies.com/65-105-large/tesco-premium-leaf-tea-250g.jpg"/>
          <p:cNvPicPr>
            <a:picLocks noChangeAspect="1" noChangeArrowheads="1"/>
          </p:cNvPicPr>
          <p:nvPr/>
        </p:nvPicPr>
        <p:blipFill>
          <a:blip r:embed="rId2" cstate="print"/>
          <a:srcRect l="24751" r="20025"/>
          <a:stretch>
            <a:fillRect/>
          </a:stretch>
        </p:blipFill>
        <p:spPr bwMode="auto">
          <a:xfrm>
            <a:off x="6083300" y="1117600"/>
            <a:ext cx="1409700" cy="2552700"/>
          </a:xfrm>
          <a:prstGeom prst="rect">
            <a:avLst/>
          </a:prstGeom>
          <a:noFill/>
        </p:spPr>
      </p:pic>
      <p:pic>
        <p:nvPicPr>
          <p:cNvPr id="285700" name="Picture 4" descr="http://cdn-www.livestrong.com/ls_images/tdp-images/brands/1/12422/190.gif?logo=1"/>
          <p:cNvPicPr>
            <a:picLocks noChangeAspect="1" noChangeArrowheads="1"/>
          </p:cNvPicPr>
          <p:nvPr/>
        </p:nvPicPr>
        <p:blipFill>
          <a:blip r:embed="rId3" cstate="print"/>
          <a:srcRect t="30986" b="30986"/>
          <a:stretch>
            <a:fillRect/>
          </a:stretch>
        </p:blipFill>
        <p:spPr bwMode="auto">
          <a:xfrm>
            <a:off x="7302499" y="1079500"/>
            <a:ext cx="1803401" cy="685800"/>
          </a:xfrm>
          <a:prstGeom prst="rect">
            <a:avLst/>
          </a:prstGeom>
          <a:noFill/>
        </p:spPr>
      </p:pic>
      <p:sp>
        <p:nvSpPr>
          <p:cNvPr id="4" name="Title 3"/>
          <p:cNvSpPr>
            <a:spLocks noGrp="1"/>
          </p:cNvSpPr>
          <p:nvPr>
            <p:ph type="title"/>
          </p:nvPr>
        </p:nvSpPr>
        <p:spPr>
          <a:xfrm>
            <a:off x="114300" y="185738"/>
            <a:ext cx="9144000" cy="677862"/>
          </a:xfrm>
        </p:spPr>
        <p:txBody>
          <a:bodyPr>
            <a:normAutofit fontScale="90000"/>
          </a:bodyPr>
          <a:lstStyle/>
          <a:p>
            <a:r>
              <a:rPr lang="en-US" dirty="0"/>
              <a:t>Would you try and beat your competitor on price for key products as compared to adopting a low price strategy  for items that are bought by price sensitive customers ?</a:t>
            </a:r>
            <a:endParaRPr lang="en-IN" dirty="0"/>
          </a:p>
        </p:txBody>
      </p:sp>
      <p:pic>
        <p:nvPicPr>
          <p:cNvPr id="285698" name="Picture 2" descr="http://profile.ak.fbcdn.net/hprofile-ak-snc4/41607_29314246021_6268468_n.jpg"/>
          <p:cNvPicPr>
            <a:picLocks noChangeAspect="1" noChangeArrowheads="1"/>
          </p:cNvPicPr>
          <p:nvPr/>
        </p:nvPicPr>
        <p:blipFill>
          <a:blip r:embed="rId4" cstate="print"/>
          <a:srcRect/>
          <a:stretch>
            <a:fillRect/>
          </a:stretch>
        </p:blipFill>
        <p:spPr bwMode="auto">
          <a:xfrm>
            <a:off x="6070599" y="3009900"/>
            <a:ext cx="1654175" cy="1654175"/>
          </a:xfrm>
          <a:prstGeom prst="rect">
            <a:avLst/>
          </a:prstGeom>
          <a:noFill/>
        </p:spPr>
      </p:pic>
      <p:pic>
        <p:nvPicPr>
          <p:cNvPr id="285702" name="Picture 6" descr="http://www.soultsretailview.co.uk/wp-content/uploads/2011/08/tesco_discount_brands_graham_soult.jpg"/>
          <p:cNvPicPr>
            <a:picLocks noChangeAspect="1" noChangeArrowheads="1"/>
          </p:cNvPicPr>
          <p:nvPr/>
        </p:nvPicPr>
        <p:blipFill>
          <a:blip r:embed="rId5" cstate="print"/>
          <a:srcRect/>
          <a:stretch>
            <a:fillRect/>
          </a:stretch>
        </p:blipFill>
        <p:spPr bwMode="auto">
          <a:xfrm>
            <a:off x="4546599" y="3733801"/>
            <a:ext cx="1587501" cy="1190626"/>
          </a:xfrm>
          <a:prstGeom prst="rect">
            <a:avLst/>
          </a:prstGeom>
          <a:noFill/>
        </p:spPr>
      </p:pic>
      <p:pic>
        <p:nvPicPr>
          <p:cNvPr id="285708" name="Picture 12" descr="http://1.bp.blogspot.com/-8WHEglR-KQ8/TvqIpspZP6I/AAAAAAAABM8/ldfO_WWLwJI/s1600/6JUL11-GV-1018.jpg"/>
          <p:cNvPicPr>
            <a:picLocks noChangeAspect="1" noChangeArrowheads="1"/>
          </p:cNvPicPr>
          <p:nvPr/>
        </p:nvPicPr>
        <p:blipFill>
          <a:blip r:embed="rId6" cstate="print"/>
          <a:srcRect/>
          <a:stretch>
            <a:fillRect/>
          </a:stretch>
        </p:blipFill>
        <p:spPr bwMode="auto">
          <a:xfrm>
            <a:off x="674558" y="1247389"/>
            <a:ext cx="2845684" cy="2050447"/>
          </a:xfrm>
          <a:prstGeom prst="rect">
            <a:avLst/>
          </a:prstGeom>
          <a:noFill/>
        </p:spPr>
      </p:pic>
      <p:pic>
        <p:nvPicPr>
          <p:cNvPr id="16386" name="Picture 2" descr="https://upload.wikimedia.org/wikipedia/commons/thumb/d/d8/EDLP_1.JPG/800px-EDLP_1.JPG"/>
          <p:cNvPicPr>
            <a:picLocks noGrp="1" noChangeAspect="1" noChangeArrowheads="1"/>
          </p:cNvPicPr>
          <p:nvPr>
            <p:ph sz="half" idx="1"/>
          </p:nvPr>
        </p:nvPicPr>
        <p:blipFill>
          <a:blip r:embed="rId7" cstate="print">
            <a:extLst>
              <a:ext uri="{28A0092B-C50C-407E-A947-70E740481C1C}">
                <a14:useLocalDpi xmlns:a14="http://schemas.microsoft.com/office/drawing/2010/main" val="0"/>
              </a:ext>
            </a:extLst>
          </a:blip>
          <a:srcRect/>
          <a:stretch>
            <a:fillRect/>
          </a:stretch>
        </p:blipFill>
        <p:spPr bwMode="auto">
          <a:xfrm>
            <a:off x="917575" y="3006570"/>
            <a:ext cx="2139950" cy="1604963"/>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p:cNvSpPr>
            <a:spLocks noGrp="1"/>
          </p:cNvSpPr>
          <p:nvPr>
            <p:ph sz="half" idx="2"/>
          </p:nvPr>
        </p:nvSpPr>
        <p:spPr>
          <a:xfrm>
            <a:off x="4648200" y="5096656"/>
            <a:ext cx="4038600" cy="1029507"/>
          </a:xfrm>
        </p:spPr>
        <p:txBody>
          <a:bodyPr/>
          <a:lstStyle/>
          <a:p>
            <a:r>
              <a:rPr lang="en-IN" dirty="0"/>
              <a:t>Reduce price of items that are bought by price sensitive customers </a:t>
            </a:r>
          </a:p>
        </p:txBody>
      </p:sp>
      <p:sp>
        <p:nvSpPr>
          <p:cNvPr id="13" name="Content Placeholder 2"/>
          <p:cNvSpPr txBox="1">
            <a:spLocks/>
          </p:cNvSpPr>
          <p:nvPr/>
        </p:nvSpPr>
        <p:spPr>
          <a:xfrm>
            <a:off x="228600" y="5057017"/>
            <a:ext cx="4038600" cy="1029507"/>
          </a:xfrm>
          <a:prstGeom prst="rect">
            <a:avLst/>
          </a:prstGeom>
        </p:spPr>
        <p:txBody>
          <a:bodyPr vert="horz" lIns="91440" tIns="45720" rIns="91440" bIns="45720" rtlCol="0">
            <a:normAutofit/>
          </a:bodyPr>
          <a:lstStyle>
            <a:lvl1pPr marL="342900" indent="-342900" algn="l" defTabSz="914400" rtl="0" eaLnBrk="1" latinLnBrk="0" hangingPunct="1">
              <a:spcBef>
                <a:spcPts val="0"/>
              </a:spcBef>
              <a:buFontTx/>
              <a:buBlip>
                <a:blip r:embed="rId8"/>
              </a:buBlip>
              <a:defRPr sz="2000" kern="1200">
                <a:solidFill>
                  <a:schemeClr val="tx1"/>
                </a:solidFill>
                <a:latin typeface="+mn-lt"/>
                <a:ea typeface="+mn-ea"/>
                <a:cs typeface="+mn-cs"/>
              </a:defRPr>
            </a:lvl1pPr>
            <a:lvl2pPr marL="742950" indent="-285750" algn="l" defTabSz="914400" rtl="0" eaLnBrk="1" latinLnBrk="0" hangingPunct="1">
              <a:spcBef>
                <a:spcPts val="0"/>
              </a:spcBef>
              <a:buFontTx/>
              <a:buBlip>
                <a:blip r:embed="rId9"/>
              </a:buBlip>
              <a:defRPr sz="1800" kern="1200">
                <a:solidFill>
                  <a:schemeClr val="tx1"/>
                </a:solidFill>
                <a:latin typeface="+mn-lt"/>
                <a:ea typeface="+mn-ea"/>
                <a:cs typeface="+mn-cs"/>
              </a:defRPr>
            </a:lvl2pPr>
            <a:lvl3pPr marL="1143000" indent="-228600" algn="l" defTabSz="914400" rtl="0" eaLnBrk="1" latinLnBrk="0" hangingPunct="1">
              <a:spcBef>
                <a:spcPts val="0"/>
              </a:spcBef>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r>
              <a:rPr lang="en-IN" dirty="0"/>
              <a:t>Every Day low price for many key products</a:t>
            </a:r>
          </a:p>
        </p:txBody>
      </p:sp>
    </p:spTree>
    <p:extLst>
      <p:ext uri="{BB962C8B-B14F-4D97-AF65-F5344CB8AC3E}">
        <p14:creationId xmlns:p14="http://schemas.microsoft.com/office/powerpoint/2010/main" val="10918854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2370" y="274638"/>
            <a:ext cx="8686800" cy="677862"/>
          </a:xfrm>
        </p:spPr>
        <p:txBody>
          <a:bodyPr>
            <a:noAutofit/>
          </a:bodyPr>
          <a:lstStyle/>
          <a:p>
            <a:r>
              <a:rPr lang="en-IN" sz="2800" dirty="0"/>
              <a:t>Through these Caselets we have covered some important concepts- Can you define them in simple terms ?</a:t>
            </a:r>
          </a:p>
        </p:txBody>
      </p:sp>
      <p:sp>
        <p:nvSpPr>
          <p:cNvPr id="5" name="Content Placeholder 4"/>
          <p:cNvSpPr>
            <a:spLocks noGrp="1"/>
          </p:cNvSpPr>
          <p:nvPr>
            <p:ph idx="1"/>
          </p:nvPr>
        </p:nvSpPr>
        <p:spPr/>
        <p:txBody>
          <a:bodyPr/>
          <a:lstStyle/>
          <a:p>
            <a:r>
              <a:rPr lang="en-IN" dirty="0"/>
              <a:t>Targeted marketing</a:t>
            </a:r>
          </a:p>
          <a:p>
            <a:endParaRPr lang="en-IN" dirty="0"/>
          </a:p>
          <a:p>
            <a:r>
              <a:rPr lang="en-IN" dirty="0"/>
              <a:t>Share of wallet</a:t>
            </a:r>
          </a:p>
          <a:p>
            <a:endParaRPr lang="en-IN" dirty="0"/>
          </a:p>
          <a:p>
            <a:r>
              <a:rPr lang="en-IN" dirty="0"/>
              <a:t>Price sensitive customers – Pricing segmentation</a:t>
            </a:r>
          </a:p>
          <a:p>
            <a:endParaRPr lang="en-IN" dirty="0"/>
          </a:p>
          <a:p>
            <a:endParaRPr lang="en-IN" dirty="0"/>
          </a:p>
          <a:p>
            <a:pPr marL="0" indent="0">
              <a:buNone/>
            </a:pPr>
            <a:endParaRPr lang="en-IN" dirty="0"/>
          </a:p>
          <a:p>
            <a:endParaRPr lang="en-IN" dirty="0"/>
          </a:p>
          <a:p>
            <a:endParaRPr lang="en-IN" dirty="0"/>
          </a:p>
          <a:p>
            <a:endParaRPr lang="en-IN" dirty="0"/>
          </a:p>
        </p:txBody>
      </p:sp>
    </p:spTree>
    <p:extLst>
      <p:ext uri="{BB962C8B-B14F-4D97-AF65-F5344CB8AC3E}">
        <p14:creationId xmlns:p14="http://schemas.microsoft.com/office/powerpoint/2010/main" val="20278739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70000" lnSpcReduction="20000"/>
          </a:bodyPr>
          <a:lstStyle/>
          <a:p>
            <a:r>
              <a:rPr lang="en-GB" dirty="0"/>
              <a:t>How would you define</a:t>
            </a:r>
            <a:r>
              <a:rPr lang="en-GB" b="1" dirty="0"/>
              <a:t> </a:t>
            </a:r>
            <a:r>
              <a:rPr lang="en-GB" b="1" i="1" dirty="0"/>
              <a:t>customer loyalty</a:t>
            </a:r>
            <a:r>
              <a:rPr lang="en-GB" b="1" dirty="0"/>
              <a:t>?</a:t>
            </a:r>
            <a:endParaRPr lang="en-US" dirty="0"/>
          </a:p>
          <a:p>
            <a:r>
              <a:rPr lang="en-GB" b="1" dirty="0"/>
              <a:t> </a:t>
            </a:r>
            <a:endParaRPr lang="en-US" dirty="0"/>
          </a:p>
          <a:p>
            <a:r>
              <a:rPr lang="en-GB" dirty="0"/>
              <a:t>Customer loyalty means different things to different people, but the </a:t>
            </a:r>
            <a:r>
              <a:rPr lang="en-GB" u="sng" dirty="0"/>
              <a:t>following questions best summarize </a:t>
            </a:r>
            <a:r>
              <a:rPr lang="en-GB" dirty="0"/>
              <a:t>what Retailers are looking for when they want to understand </a:t>
            </a:r>
            <a:r>
              <a:rPr lang="en-GB" u="sng" dirty="0"/>
              <a:t>customer loyalty.</a:t>
            </a:r>
          </a:p>
          <a:p>
            <a:endParaRPr lang="en-US" dirty="0"/>
          </a:p>
          <a:p>
            <a:pPr marL="457200" lvl="0" indent="-457200">
              <a:buFont typeface="+mj-lt"/>
              <a:buAutoNum type="arabicPeriod"/>
            </a:pPr>
            <a:r>
              <a:rPr lang="en-GB" dirty="0"/>
              <a:t>“Who are the best customers of the Retailer?”</a:t>
            </a:r>
            <a:endParaRPr lang="en-US" dirty="0"/>
          </a:p>
          <a:p>
            <a:pPr marL="457200" lvl="0" indent="-457200">
              <a:buFont typeface="+mj-lt"/>
              <a:buAutoNum type="arabicPeriod"/>
            </a:pPr>
            <a:r>
              <a:rPr lang="en-GB" dirty="0"/>
              <a:t>“How much of the Retailer’s business is reliant on these customers?”</a:t>
            </a:r>
            <a:endParaRPr lang="en-US" dirty="0"/>
          </a:p>
          <a:p>
            <a:pPr marL="457200" lvl="0" indent="-457200">
              <a:buFont typeface="+mj-lt"/>
              <a:buAutoNum type="arabicPeriod"/>
            </a:pPr>
            <a:r>
              <a:rPr lang="en-GB" dirty="0"/>
              <a:t>“How well is the Retailer meeting the needs of these customers?”( Does the Retailer have the right range and assortment of the products that the customer wants and at the right price points)</a:t>
            </a:r>
            <a:endParaRPr lang="en-US" dirty="0"/>
          </a:p>
          <a:p>
            <a:pPr marL="457200" lvl="0" indent="-457200">
              <a:buFont typeface="+mj-lt"/>
              <a:buAutoNum type="arabicPeriod"/>
            </a:pPr>
            <a:r>
              <a:rPr lang="en-GB" dirty="0"/>
              <a:t>“How can the Retailer reward these customers ?“ </a:t>
            </a:r>
          </a:p>
          <a:p>
            <a:pPr lvl="0"/>
            <a:endParaRPr lang="en-US" dirty="0"/>
          </a:p>
          <a:p>
            <a:r>
              <a:rPr lang="en-GB" dirty="0"/>
              <a:t>Some common applications of a loyalty segmentation are:</a:t>
            </a:r>
            <a:endParaRPr lang="en-US" dirty="0"/>
          </a:p>
          <a:p>
            <a:r>
              <a:rPr lang="en-GB" dirty="0"/>
              <a:t> </a:t>
            </a:r>
            <a:endParaRPr lang="en-US" dirty="0"/>
          </a:p>
          <a:p>
            <a:pPr lvl="0">
              <a:buFont typeface="Arial" panose="020B0604020202020204" pitchFamily="34" charset="0"/>
              <a:buChar char="•"/>
            </a:pPr>
            <a:r>
              <a:rPr lang="en-GB" dirty="0"/>
              <a:t>Prevent defection of the most valuable customers by keeping them engaged and rewarding them often</a:t>
            </a:r>
            <a:endParaRPr lang="en-US" dirty="0"/>
          </a:p>
          <a:p>
            <a:pPr lvl="0">
              <a:buFont typeface="Arial" panose="020B0604020202020204" pitchFamily="34" charset="0"/>
              <a:buChar char="•"/>
            </a:pPr>
            <a:r>
              <a:rPr lang="en-GB" dirty="0"/>
              <a:t>Re-activate customers who have become less loyal by re-engaging them with exciting offers</a:t>
            </a:r>
            <a:endParaRPr lang="en-US" dirty="0"/>
          </a:p>
          <a:p>
            <a:pPr lvl="0">
              <a:buFont typeface="Arial" panose="020B0604020202020204" pitchFamily="34" charset="0"/>
              <a:buChar char="•"/>
            </a:pPr>
            <a:r>
              <a:rPr lang="en-GB" dirty="0"/>
              <a:t>Increase the loyalty of less engaged customers through personalized and relevant targeting</a:t>
            </a:r>
            <a:endParaRPr lang="en-US" dirty="0"/>
          </a:p>
          <a:p>
            <a:pPr lvl="0">
              <a:buFont typeface="Arial" panose="020B0604020202020204" pitchFamily="34" charset="0"/>
              <a:buChar char="•"/>
            </a:pPr>
            <a:r>
              <a:rPr lang="en-GB" dirty="0"/>
              <a:t>Target campaigns at a local level, by understanding regional and store level differences</a:t>
            </a:r>
            <a:endParaRPr lang="en-US" dirty="0"/>
          </a:p>
          <a:p>
            <a:endParaRPr lang="en-US" dirty="0"/>
          </a:p>
        </p:txBody>
      </p:sp>
      <p:sp>
        <p:nvSpPr>
          <p:cNvPr id="3" name="Title 2"/>
          <p:cNvSpPr>
            <a:spLocks noGrp="1"/>
          </p:cNvSpPr>
          <p:nvPr>
            <p:ph type="title"/>
          </p:nvPr>
        </p:nvSpPr>
        <p:spPr/>
        <p:txBody>
          <a:bodyPr/>
          <a:lstStyle/>
          <a:p>
            <a:r>
              <a:rPr lang="en-US" dirty="0"/>
              <a:t>Customer Loyalty</a:t>
            </a:r>
          </a:p>
        </p:txBody>
      </p:sp>
    </p:spTree>
    <p:extLst>
      <p:ext uri="{BB962C8B-B14F-4D97-AF65-F5344CB8AC3E}">
        <p14:creationId xmlns:p14="http://schemas.microsoft.com/office/powerpoint/2010/main" val="11116116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xEl>
                                              <p:pRg st="4" end="4"/>
                                            </p:txEl>
                                          </p:spTgt>
                                        </p:tgtEl>
                                        <p:attrNameLst>
                                          <p:attrName>style.visibility</p:attrName>
                                        </p:attrNameLst>
                                      </p:cBhvr>
                                      <p:to>
                                        <p:strVal val="visible"/>
                                      </p:to>
                                    </p:set>
                                    <p:anim calcmode="lin" valueType="num">
                                      <p:cBhvr additive="base">
                                        <p:cTn id="25"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anim calcmode="lin" valueType="num">
                                      <p:cBhvr additive="base">
                                        <p:cTn id="31"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
                                            <p:txEl>
                                              <p:pRg st="6" end="6"/>
                                            </p:txEl>
                                          </p:spTgt>
                                        </p:tgtEl>
                                        <p:attrNameLst>
                                          <p:attrName>style.visibility</p:attrName>
                                        </p:attrNameLst>
                                      </p:cBhvr>
                                      <p:to>
                                        <p:strVal val="visible"/>
                                      </p:to>
                                    </p:set>
                                    <p:anim calcmode="lin" valueType="num">
                                      <p:cBhvr additive="base">
                                        <p:cTn id="37"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
                                            <p:txEl>
                                              <p:pRg st="7" end="7"/>
                                            </p:txEl>
                                          </p:spTgt>
                                        </p:tgtEl>
                                        <p:attrNameLst>
                                          <p:attrName>style.visibility</p:attrName>
                                        </p:attrNameLst>
                                      </p:cBhvr>
                                      <p:to>
                                        <p:strVal val="visible"/>
                                      </p:to>
                                    </p:set>
                                    <p:anim calcmode="lin" valueType="num">
                                      <p:cBhvr additive="base">
                                        <p:cTn id="43" dur="500" fill="hold"/>
                                        <p:tgtEl>
                                          <p:spTgt spid="2">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2">
                                            <p:txEl>
                                              <p:pRg st="9" end="9"/>
                                            </p:txEl>
                                          </p:spTgt>
                                        </p:tgtEl>
                                        <p:attrNameLst>
                                          <p:attrName>style.visibility</p:attrName>
                                        </p:attrNameLst>
                                      </p:cBhvr>
                                      <p:to>
                                        <p:strVal val="visible"/>
                                      </p:to>
                                    </p:set>
                                    <p:anim calcmode="lin" valueType="num">
                                      <p:cBhvr additive="base">
                                        <p:cTn id="49" dur="500" fill="hold"/>
                                        <p:tgtEl>
                                          <p:spTgt spid="2">
                                            <p:txEl>
                                              <p:pRg st="9" end="9"/>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2">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2">
                                            <p:txEl>
                                              <p:pRg st="10" end="10"/>
                                            </p:txEl>
                                          </p:spTgt>
                                        </p:tgtEl>
                                        <p:attrNameLst>
                                          <p:attrName>style.visibility</p:attrName>
                                        </p:attrNameLst>
                                      </p:cBhvr>
                                      <p:to>
                                        <p:strVal val="visible"/>
                                      </p:to>
                                    </p:set>
                                    <p:anim calcmode="lin" valueType="num">
                                      <p:cBhvr additive="base">
                                        <p:cTn id="55" dur="500" fill="hold"/>
                                        <p:tgtEl>
                                          <p:spTgt spid="2">
                                            <p:txEl>
                                              <p:pRg st="10" end="10"/>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2">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2">
                                            <p:txEl>
                                              <p:pRg st="11" end="11"/>
                                            </p:txEl>
                                          </p:spTgt>
                                        </p:tgtEl>
                                        <p:attrNameLst>
                                          <p:attrName>style.visibility</p:attrName>
                                        </p:attrNameLst>
                                      </p:cBhvr>
                                      <p:to>
                                        <p:strVal val="visible"/>
                                      </p:to>
                                    </p:set>
                                    <p:anim calcmode="lin" valueType="num">
                                      <p:cBhvr additive="base">
                                        <p:cTn id="61" dur="500" fill="hold"/>
                                        <p:tgtEl>
                                          <p:spTgt spid="2">
                                            <p:txEl>
                                              <p:pRg st="11" end="11"/>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2">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2">
                                            <p:txEl>
                                              <p:pRg st="12" end="12"/>
                                            </p:txEl>
                                          </p:spTgt>
                                        </p:tgtEl>
                                        <p:attrNameLst>
                                          <p:attrName>style.visibility</p:attrName>
                                        </p:attrNameLst>
                                      </p:cBhvr>
                                      <p:to>
                                        <p:strVal val="visible"/>
                                      </p:to>
                                    </p:set>
                                    <p:anim calcmode="lin" valueType="num">
                                      <p:cBhvr additive="base">
                                        <p:cTn id="67" dur="500" fill="hold"/>
                                        <p:tgtEl>
                                          <p:spTgt spid="2">
                                            <p:txEl>
                                              <p:pRg st="12" end="12"/>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2">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2">
                                            <p:txEl>
                                              <p:pRg st="13" end="13"/>
                                            </p:txEl>
                                          </p:spTgt>
                                        </p:tgtEl>
                                        <p:attrNameLst>
                                          <p:attrName>style.visibility</p:attrName>
                                        </p:attrNameLst>
                                      </p:cBhvr>
                                      <p:to>
                                        <p:strVal val="visible"/>
                                      </p:to>
                                    </p:set>
                                    <p:anim calcmode="lin" valueType="num">
                                      <p:cBhvr additive="base">
                                        <p:cTn id="73" dur="500" fill="hold"/>
                                        <p:tgtEl>
                                          <p:spTgt spid="2">
                                            <p:txEl>
                                              <p:pRg st="13" end="13"/>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2">
                                            <p:txEl>
                                              <p:pRg st="13" end="13"/>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2">
                                            <p:txEl>
                                              <p:pRg st="14" end="14"/>
                                            </p:txEl>
                                          </p:spTgt>
                                        </p:tgtEl>
                                        <p:attrNameLst>
                                          <p:attrName>style.visibility</p:attrName>
                                        </p:attrNameLst>
                                      </p:cBhvr>
                                      <p:to>
                                        <p:strVal val="visible"/>
                                      </p:to>
                                    </p:set>
                                    <p:anim calcmode="lin" valueType="num">
                                      <p:cBhvr additive="base">
                                        <p:cTn id="79" dur="500" fill="hold"/>
                                        <p:tgtEl>
                                          <p:spTgt spid="2">
                                            <p:txEl>
                                              <p:pRg st="14" end="14"/>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2">
                                            <p:txEl>
                                              <p:pRg st="14" end="1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r>
              <a:rPr lang="en-US" dirty="0"/>
              <a:t>The most important aspect of Analytics in Retail is to gain a very comprehensive understanding of the consumer</a:t>
            </a:r>
          </a:p>
          <a:p>
            <a:endParaRPr lang="en-US" dirty="0"/>
          </a:p>
          <a:p>
            <a:r>
              <a:rPr lang="en-US" dirty="0"/>
              <a:t>The key to understanding consumer behavior is through building different kinds of segments :</a:t>
            </a:r>
          </a:p>
          <a:p>
            <a:endParaRPr lang="en-US" dirty="0"/>
          </a:p>
          <a:p>
            <a:r>
              <a:rPr lang="en-US" dirty="0"/>
              <a:t>1. </a:t>
            </a:r>
            <a:r>
              <a:rPr lang="en-US" b="1" dirty="0"/>
              <a:t>RFM</a:t>
            </a:r>
            <a:r>
              <a:rPr lang="en-US" dirty="0"/>
              <a:t> :- This segmentation technique gives you a </a:t>
            </a:r>
            <a:r>
              <a:rPr lang="en-US" u="sng" dirty="0"/>
              <a:t>measure of the loyalty </a:t>
            </a:r>
            <a:r>
              <a:rPr lang="en-US" dirty="0"/>
              <a:t>of the customer. ( Should be refreshed at least once in a quarter as there movements across segments in shorter time frames).</a:t>
            </a:r>
          </a:p>
          <a:p>
            <a:endParaRPr lang="en-US" dirty="0"/>
          </a:p>
          <a:p>
            <a:r>
              <a:rPr lang="en-US" dirty="0"/>
              <a:t>2. </a:t>
            </a:r>
            <a:r>
              <a:rPr lang="en-US" b="1" dirty="0"/>
              <a:t>Consumer Lifestyle Segmentation</a:t>
            </a:r>
            <a:r>
              <a:rPr lang="en-US" dirty="0"/>
              <a:t>:- Run a cluster Analysis on the consumer level data of Retailers to arrive at this segmentation. ( How many segments are recommended ?)</a:t>
            </a:r>
          </a:p>
        </p:txBody>
      </p:sp>
      <p:sp>
        <p:nvSpPr>
          <p:cNvPr id="3" name="Title 2"/>
          <p:cNvSpPr>
            <a:spLocks noGrp="1"/>
          </p:cNvSpPr>
          <p:nvPr>
            <p:ph type="title"/>
          </p:nvPr>
        </p:nvSpPr>
        <p:spPr/>
        <p:txBody>
          <a:bodyPr/>
          <a:lstStyle/>
          <a:p>
            <a:r>
              <a:rPr lang="en-US" dirty="0"/>
              <a:t>Consumer Analytics</a:t>
            </a:r>
          </a:p>
        </p:txBody>
      </p:sp>
    </p:spTree>
    <p:extLst>
      <p:ext uri="{BB962C8B-B14F-4D97-AF65-F5344CB8AC3E}">
        <p14:creationId xmlns:p14="http://schemas.microsoft.com/office/powerpoint/2010/main" val="2102681535"/>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ound Diagonal Corner Rectangle 8"/>
          <p:cNvSpPr/>
          <p:nvPr/>
        </p:nvSpPr>
        <p:spPr bwMode="auto">
          <a:xfrm>
            <a:off x="346004" y="1597026"/>
            <a:ext cx="8431490" cy="3725602"/>
          </a:xfrm>
          <a:prstGeom prst="round2DiagRect">
            <a:avLst>
              <a:gd name="adj1" fmla="val 0"/>
              <a:gd name="adj2" fmla="val 0"/>
            </a:avLst>
          </a:prstGeom>
          <a:solidFill>
            <a:schemeClr val="bg1">
              <a:lumMod val="95000"/>
            </a:schemeClr>
          </a:solidFill>
          <a:ln w="9525">
            <a:noFill/>
            <a:miter lim="800000"/>
            <a:headEnd/>
            <a:tailEnd/>
          </a:ln>
          <a:effectLst/>
        </p:spPr>
        <p:txBody>
          <a:bodyPr lIns="108000" tIns="108000" rIns="108000" bIns="108000" rtlCol="0" anchor="ctr">
            <a:noAutofit/>
          </a:bodyPr>
          <a:lstStyle/>
          <a:p>
            <a:pPr algn="l"/>
            <a:endParaRPr lang="en-IN">
              <a:latin typeface="Verdana" pitchFamily="34" charset="0"/>
              <a:ea typeface="Verdana" pitchFamily="34" charset="0"/>
              <a:cs typeface="Verdana" pitchFamily="34" charset="0"/>
            </a:endParaRPr>
          </a:p>
        </p:txBody>
      </p:sp>
      <p:sp>
        <p:nvSpPr>
          <p:cNvPr id="5" name="Title 4"/>
          <p:cNvSpPr>
            <a:spLocks noGrp="1"/>
          </p:cNvSpPr>
          <p:nvPr>
            <p:ph type="title"/>
          </p:nvPr>
        </p:nvSpPr>
        <p:spPr>
          <a:xfrm>
            <a:off x="361950" y="-133350"/>
            <a:ext cx="8418513" cy="1211263"/>
          </a:xfrm>
        </p:spPr>
        <p:txBody>
          <a:bodyPr vert="horz" lIns="91417" tIns="45709" rIns="91417" bIns="45709" rtlCol="0" anchor="ctr">
            <a:noAutofit/>
          </a:bodyPr>
          <a:lstStyle/>
          <a:p>
            <a:r>
              <a:rPr lang="en-US" dirty="0"/>
              <a:t>Actions to be taken using RFM segments</a:t>
            </a:r>
          </a:p>
        </p:txBody>
      </p:sp>
      <p:grpSp>
        <p:nvGrpSpPr>
          <p:cNvPr id="63" name="Group 62"/>
          <p:cNvGrpSpPr/>
          <p:nvPr/>
        </p:nvGrpSpPr>
        <p:grpSpPr>
          <a:xfrm>
            <a:off x="696264" y="1998844"/>
            <a:ext cx="661524" cy="436130"/>
            <a:chOff x="6030580" y="3035821"/>
            <a:chExt cx="661524" cy="436130"/>
          </a:xfrm>
        </p:grpSpPr>
        <p:grpSp>
          <p:nvGrpSpPr>
            <p:cNvPr id="64" name="Group 63"/>
            <p:cNvGrpSpPr/>
            <p:nvPr/>
          </p:nvGrpSpPr>
          <p:grpSpPr>
            <a:xfrm>
              <a:off x="6030580" y="3035821"/>
              <a:ext cx="272296" cy="436130"/>
              <a:chOff x="1522093" y="2667000"/>
              <a:chExt cx="856367" cy="1371624"/>
            </a:xfrm>
            <a:solidFill>
              <a:schemeClr val="accent3"/>
            </a:solidFill>
          </p:grpSpPr>
          <p:sp>
            <p:nvSpPr>
              <p:cNvPr id="71" name="Freeform 70"/>
              <p:cNvSpPr/>
              <p:nvPr/>
            </p:nvSpPr>
            <p:spPr>
              <a:xfrm>
                <a:off x="1522093" y="3124199"/>
                <a:ext cx="856367" cy="914425"/>
              </a:xfrm>
              <a:custGeom>
                <a:avLst/>
                <a:gdLst>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0550 w 749300"/>
                  <a:gd name="connsiteY8" fmla="*/ 212725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0550 w 749300"/>
                  <a:gd name="connsiteY8" fmla="*/ 212725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0550 w 749300"/>
                  <a:gd name="connsiteY8" fmla="*/ 212725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0550 w 749300"/>
                  <a:gd name="connsiteY8" fmla="*/ 212725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0550 w 749300"/>
                  <a:gd name="connsiteY8" fmla="*/ 212725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600075 w 749300"/>
                  <a:gd name="connsiteY8" fmla="*/ 205581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600075 w 749300"/>
                  <a:gd name="connsiteY8" fmla="*/ 219868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3275"/>
                  <a:gd name="connsiteX1" fmla="*/ 0 w 749300"/>
                  <a:gd name="connsiteY1" fmla="*/ 727075 h 803275"/>
                  <a:gd name="connsiteX2" fmla="*/ 9525 w 749300"/>
                  <a:gd name="connsiteY2" fmla="*/ 76200 h 803275"/>
                  <a:gd name="connsiteX3" fmla="*/ 104775 w 749300"/>
                  <a:gd name="connsiteY3" fmla="*/ 0 h 803275"/>
                  <a:gd name="connsiteX4" fmla="*/ 650875 w 749300"/>
                  <a:gd name="connsiteY4" fmla="*/ 6350 h 803275"/>
                  <a:gd name="connsiteX5" fmla="*/ 749300 w 749300"/>
                  <a:gd name="connsiteY5" fmla="*/ 98425 h 803275"/>
                  <a:gd name="connsiteX6" fmla="*/ 749300 w 749300"/>
                  <a:gd name="connsiteY6" fmla="*/ 708025 h 803275"/>
                  <a:gd name="connsiteX7" fmla="*/ 603250 w 749300"/>
                  <a:gd name="connsiteY7" fmla="*/ 800100 h 803275"/>
                  <a:gd name="connsiteX8" fmla="*/ 597694 w 749300"/>
                  <a:gd name="connsiteY8" fmla="*/ 212724 h 803275"/>
                  <a:gd name="connsiteX9" fmla="*/ 552450 w 749300"/>
                  <a:gd name="connsiteY9" fmla="*/ 212725 h 803275"/>
                  <a:gd name="connsiteX10" fmla="*/ 561975 w 749300"/>
                  <a:gd name="connsiteY10" fmla="*/ 803275 h 803275"/>
                  <a:gd name="connsiteX11" fmla="*/ 184150 w 749300"/>
                  <a:gd name="connsiteY11" fmla="*/ 798116 h 803275"/>
                  <a:gd name="connsiteX12" fmla="*/ 177800 w 749300"/>
                  <a:gd name="connsiteY12" fmla="*/ 209550 h 803275"/>
                  <a:gd name="connsiteX13" fmla="*/ 133350 w 749300"/>
                  <a:gd name="connsiteY13" fmla="*/ 209550 h 803275"/>
                  <a:gd name="connsiteX14" fmla="*/ 136525 w 749300"/>
                  <a:gd name="connsiteY14" fmla="*/ 781050 h 803275"/>
                  <a:gd name="connsiteX0" fmla="*/ 136525 w 749300"/>
                  <a:gd name="connsiteY0" fmla="*/ 781050 h 800100"/>
                  <a:gd name="connsiteX1" fmla="*/ 0 w 749300"/>
                  <a:gd name="connsiteY1" fmla="*/ 727075 h 800100"/>
                  <a:gd name="connsiteX2" fmla="*/ 9525 w 749300"/>
                  <a:gd name="connsiteY2" fmla="*/ 76200 h 800100"/>
                  <a:gd name="connsiteX3" fmla="*/ 104775 w 749300"/>
                  <a:gd name="connsiteY3" fmla="*/ 0 h 800100"/>
                  <a:gd name="connsiteX4" fmla="*/ 650875 w 749300"/>
                  <a:gd name="connsiteY4" fmla="*/ 6350 h 800100"/>
                  <a:gd name="connsiteX5" fmla="*/ 749300 w 749300"/>
                  <a:gd name="connsiteY5" fmla="*/ 98425 h 800100"/>
                  <a:gd name="connsiteX6" fmla="*/ 749300 w 749300"/>
                  <a:gd name="connsiteY6" fmla="*/ 708025 h 800100"/>
                  <a:gd name="connsiteX7" fmla="*/ 603250 w 749300"/>
                  <a:gd name="connsiteY7" fmla="*/ 800100 h 800100"/>
                  <a:gd name="connsiteX8" fmla="*/ 597694 w 749300"/>
                  <a:gd name="connsiteY8" fmla="*/ 212724 h 800100"/>
                  <a:gd name="connsiteX9" fmla="*/ 552450 w 749300"/>
                  <a:gd name="connsiteY9" fmla="*/ 212725 h 800100"/>
                  <a:gd name="connsiteX10" fmla="*/ 559891 w 749300"/>
                  <a:gd name="connsiteY10" fmla="*/ 799107 h 800100"/>
                  <a:gd name="connsiteX11" fmla="*/ 184150 w 749300"/>
                  <a:gd name="connsiteY11" fmla="*/ 798116 h 800100"/>
                  <a:gd name="connsiteX12" fmla="*/ 177800 w 749300"/>
                  <a:gd name="connsiteY12" fmla="*/ 209550 h 800100"/>
                  <a:gd name="connsiteX13" fmla="*/ 133350 w 749300"/>
                  <a:gd name="connsiteY13" fmla="*/ 209550 h 800100"/>
                  <a:gd name="connsiteX14" fmla="*/ 136525 w 749300"/>
                  <a:gd name="connsiteY14" fmla="*/ 781050 h 800100"/>
                  <a:gd name="connsiteX0" fmla="*/ 136525 w 749300"/>
                  <a:gd name="connsiteY0" fmla="*/ 797718 h 800100"/>
                  <a:gd name="connsiteX1" fmla="*/ 0 w 749300"/>
                  <a:gd name="connsiteY1" fmla="*/ 727075 h 800100"/>
                  <a:gd name="connsiteX2" fmla="*/ 9525 w 749300"/>
                  <a:gd name="connsiteY2" fmla="*/ 76200 h 800100"/>
                  <a:gd name="connsiteX3" fmla="*/ 104775 w 749300"/>
                  <a:gd name="connsiteY3" fmla="*/ 0 h 800100"/>
                  <a:gd name="connsiteX4" fmla="*/ 650875 w 749300"/>
                  <a:gd name="connsiteY4" fmla="*/ 6350 h 800100"/>
                  <a:gd name="connsiteX5" fmla="*/ 749300 w 749300"/>
                  <a:gd name="connsiteY5" fmla="*/ 98425 h 800100"/>
                  <a:gd name="connsiteX6" fmla="*/ 749300 w 749300"/>
                  <a:gd name="connsiteY6" fmla="*/ 708025 h 800100"/>
                  <a:gd name="connsiteX7" fmla="*/ 603250 w 749300"/>
                  <a:gd name="connsiteY7" fmla="*/ 800100 h 800100"/>
                  <a:gd name="connsiteX8" fmla="*/ 597694 w 749300"/>
                  <a:gd name="connsiteY8" fmla="*/ 212724 h 800100"/>
                  <a:gd name="connsiteX9" fmla="*/ 552450 w 749300"/>
                  <a:gd name="connsiteY9" fmla="*/ 212725 h 800100"/>
                  <a:gd name="connsiteX10" fmla="*/ 559891 w 749300"/>
                  <a:gd name="connsiteY10" fmla="*/ 799107 h 800100"/>
                  <a:gd name="connsiteX11" fmla="*/ 184150 w 749300"/>
                  <a:gd name="connsiteY11" fmla="*/ 798116 h 800100"/>
                  <a:gd name="connsiteX12" fmla="*/ 177800 w 749300"/>
                  <a:gd name="connsiteY12" fmla="*/ 209550 h 800100"/>
                  <a:gd name="connsiteX13" fmla="*/ 133350 w 749300"/>
                  <a:gd name="connsiteY13" fmla="*/ 209550 h 800100"/>
                  <a:gd name="connsiteX14" fmla="*/ 136525 w 749300"/>
                  <a:gd name="connsiteY14" fmla="*/ 797718 h 800100"/>
                  <a:gd name="connsiteX0" fmla="*/ 136525 w 749300"/>
                  <a:gd name="connsiteY0" fmla="*/ 797718 h 800100"/>
                  <a:gd name="connsiteX1" fmla="*/ 0 w 749300"/>
                  <a:gd name="connsiteY1" fmla="*/ 727075 h 800100"/>
                  <a:gd name="connsiteX2" fmla="*/ 9525 w 749300"/>
                  <a:gd name="connsiteY2" fmla="*/ 76200 h 800100"/>
                  <a:gd name="connsiteX3" fmla="*/ 104775 w 749300"/>
                  <a:gd name="connsiteY3" fmla="*/ 0 h 800100"/>
                  <a:gd name="connsiteX4" fmla="*/ 650875 w 749300"/>
                  <a:gd name="connsiteY4" fmla="*/ 6350 h 800100"/>
                  <a:gd name="connsiteX5" fmla="*/ 749300 w 749300"/>
                  <a:gd name="connsiteY5" fmla="*/ 98425 h 800100"/>
                  <a:gd name="connsiteX6" fmla="*/ 749300 w 749300"/>
                  <a:gd name="connsiteY6" fmla="*/ 722610 h 800100"/>
                  <a:gd name="connsiteX7" fmla="*/ 603250 w 749300"/>
                  <a:gd name="connsiteY7" fmla="*/ 800100 h 800100"/>
                  <a:gd name="connsiteX8" fmla="*/ 597694 w 749300"/>
                  <a:gd name="connsiteY8" fmla="*/ 212724 h 800100"/>
                  <a:gd name="connsiteX9" fmla="*/ 552450 w 749300"/>
                  <a:gd name="connsiteY9" fmla="*/ 212725 h 800100"/>
                  <a:gd name="connsiteX10" fmla="*/ 559891 w 749300"/>
                  <a:gd name="connsiteY10" fmla="*/ 799107 h 800100"/>
                  <a:gd name="connsiteX11" fmla="*/ 184150 w 749300"/>
                  <a:gd name="connsiteY11" fmla="*/ 798116 h 800100"/>
                  <a:gd name="connsiteX12" fmla="*/ 177800 w 749300"/>
                  <a:gd name="connsiteY12" fmla="*/ 209550 h 800100"/>
                  <a:gd name="connsiteX13" fmla="*/ 133350 w 749300"/>
                  <a:gd name="connsiteY13" fmla="*/ 209550 h 800100"/>
                  <a:gd name="connsiteX14" fmla="*/ 136525 w 749300"/>
                  <a:gd name="connsiteY14" fmla="*/ 797718 h 800100"/>
                  <a:gd name="connsiteX0" fmla="*/ 136525 w 749300"/>
                  <a:gd name="connsiteY0" fmla="*/ 797718 h 800100"/>
                  <a:gd name="connsiteX1" fmla="*/ 0 w 749300"/>
                  <a:gd name="connsiteY1" fmla="*/ 727075 h 800100"/>
                  <a:gd name="connsiteX2" fmla="*/ 9525 w 749300"/>
                  <a:gd name="connsiteY2" fmla="*/ 76200 h 800100"/>
                  <a:gd name="connsiteX3" fmla="*/ 104775 w 749300"/>
                  <a:gd name="connsiteY3" fmla="*/ 0 h 800100"/>
                  <a:gd name="connsiteX4" fmla="*/ 650875 w 749300"/>
                  <a:gd name="connsiteY4" fmla="*/ 6350 h 800100"/>
                  <a:gd name="connsiteX5" fmla="*/ 749300 w 749300"/>
                  <a:gd name="connsiteY5" fmla="*/ 98425 h 800100"/>
                  <a:gd name="connsiteX6" fmla="*/ 749300 w 749300"/>
                  <a:gd name="connsiteY6" fmla="*/ 722610 h 800100"/>
                  <a:gd name="connsiteX7" fmla="*/ 603250 w 749300"/>
                  <a:gd name="connsiteY7" fmla="*/ 800100 h 800100"/>
                  <a:gd name="connsiteX8" fmla="*/ 597694 w 749300"/>
                  <a:gd name="connsiteY8" fmla="*/ 212724 h 800100"/>
                  <a:gd name="connsiteX9" fmla="*/ 552450 w 749300"/>
                  <a:gd name="connsiteY9" fmla="*/ 212725 h 800100"/>
                  <a:gd name="connsiteX10" fmla="*/ 559891 w 749300"/>
                  <a:gd name="connsiteY10" fmla="*/ 799107 h 800100"/>
                  <a:gd name="connsiteX11" fmla="*/ 184150 w 749300"/>
                  <a:gd name="connsiteY11" fmla="*/ 798116 h 800100"/>
                  <a:gd name="connsiteX12" fmla="*/ 177800 w 749300"/>
                  <a:gd name="connsiteY12" fmla="*/ 209550 h 800100"/>
                  <a:gd name="connsiteX13" fmla="*/ 133350 w 749300"/>
                  <a:gd name="connsiteY13" fmla="*/ 209550 h 800100"/>
                  <a:gd name="connsiteX14" fmla="*/ 136525 w 749300"/>
                  <a:gd name="connsiteY14" fmla="*/ 797718 h 800100"/>
                  <a:gd name="connsiteX0" fmla="*/ 136525 w 749300"/>
                  <a:gd name="connsiteY0" fmla="*/ 797718 h 800100"/>
                  <a:gd name="connsiteX1" fmla="*/ 0 w 749300"/>
                  <a:gd name="connsiteY1" fmla="*/ 727075 h 800100"/>
                  <a:gd name="connsiteX2" fmla="*/ 9525 w 749300"/>
                  <a:gd name="connsiteY2" fmla="*/ 76200 h 800100"/>
                  <a:gd name="connsiteX3" fmla="*/ 104775 w 749300"/>
                  <a:gd name="connsiteY3" fmla="*/ 0 h 800100"/>
                  <a:gd name="connsiteX4" fmla="*/ 648792 w 749300"/>
                  <a:gd name="connsiteY4" fmla="*/ 2183 h 800100"/>
                  <a:gd name="connsiteX5" fmla="*/ 749300 w 749300"/>
                  <a:gd name="connsiteY5" fmla="*/ 98425 h 800100"/>
                  <a:gd name="connsiteX6" fmla="*/ 749300 w 749300"/>
                  <a:gd name="connsiteY6" fmla="*/ 722610 h 800100"/>
                  <a:gd name="connsiteX7" fmla="*/ 603250 w 749300"/>
                  <a:gd name="connsiteY7" fmla="*/ 800100 h 800100"/>
                  <a:gd name="connsiteX8" fmla="*/ 597694 w 749300"/>
                  <a:gd name="connsiteY8" fmla="*/ 212724 h 800100"/>
                  <a:gd name="connsiteX9" fmla="*/ 552450 w 749300"/>
                  <a:gd name="connsiteY9" fmla="*/ 212725 h 800100"/>
                  <a:gd name="connsiteX10" fmla="*/ 559891 w 749300"/>
                  <a:gd name="connsiteY10" fmla="*/ 799107 h 800100"/>
                  <a:gd name="connsiteX11" fmla="*/ 184150 w 749300"/>
                  <a:gd name="connsiteY11" fmla="*/ 798116 h 800100"/>
                  <a:gd name="connsiteX12" fmla="*/ 177800 w 749300"/>
                  <a:gd name="connsiteY12" fmla="*/ 209550 h 800100"/>
                  <a:gd name="connsiteX13" fmla="*/ 133350 w 749300"/>
                  <a:gd name="connsiteY13" fmla="*/ 209550 h 800100"/>
                  <a:gd name="connsiteX14" fmla="*/ 136525 w 749300"/>
                  <a:gd name="connsiteY14" fmla="*/ 797718 h 800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49300" h="800100">
                    <a:moveTo>
                      <a:pt x="136525" y="797718"/>
                    </a:moveTo>
                    <a:cubicBezTo>
                      <a:pt x="57679" y="798776"/>
                      <a:pt x="31221" y="780786"/>
                      <a:pt x="0" y="727075"/>
                    </a:cubicBezTo>
                    <a:lnTo>
                      <a:pt x="9525" y="76200"/>
                    </a:lnTo>
                    <a:cubicBezTo>
                      <a:pt x="22225" y="43656"/>
                      <a:pt x="32544" y="6349"/>
                      <a:pt x="104775" y="0"/>
                    </a:cubicBezTo>
                    <a:lnTo>
                      <a:pt x="648792" y="2183"/>
                    </a:lnTo>
                    <a:cubicBezTo>
                      <a:pt x="712556" y="18588"/>
                      <a:pt x="733161" y="48683"/>
                      <a:pt x="749300" y="98425"/>
                    </a:cubicBezTo>
                    <a:lnTo>
                      <a:pt x="749300" y="722610"/>
                    </a:lnTo>
                    <a:cubicBezTo>
                      <a:pt x="695260" y="807475"/>
                      <a:pt x="661458" y="795602"/>
                      <a:pt x="603250" y="800100"/>
                    </a:cubicBezTo>
                    <a:cubicBezTo>
                      <a:pt x="602192" y="601927"/>
                      <a:pt x="598752" y="410897"/>
                      <a:pt x="597694" y="212724"/>
                    </a:cubicBezTo>
                    <a:cubicBezTo>
                      <a:pt x="599281" y="188911"/>
                      <a:pt x="548481" y="196056"/>
                      <a:pt x="552450" y="212725"/>
                    </a:cubicBezTo>
                    <a:cubicBezTo>
                      <a:pt x="554930" y="408186"/>
                      <a:pt x="557411" y="603646"/>
                      <a:pt x="559891" y="799107"/>
                    </a:cubicBezTo>
                    <a:lnTo>
                      <a:pt x="184150" y="798116"/>
                    </a:lnTo>
                    <a:cubicBezTo>
                      <a:pt x="182033" y="599149"/>
                      <a:pt x="179917" y="408517"/>
                      <a:pt x="177800" y="209550"/>
                    </a:cubicBezTo>
                    <a:cubicBezTo>
                      <a:pt x="174889" y="171450"/>
                      <a:pt x="131499" y="185737"/>
                      <a:pt x="133350" y="209550"/>
                    </a:cubicBezTo>
                    <a:cubicBezTo>
                      <a:pt x="131233" y="395817"/>
                      <a:pt x="129117" y="598751"/>
                      <a:pt x="136525" y="79771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a:p>
            </p:txBody>
          </p:sp>
          <p:sp>
            <p:nvSpPr>
              <p:cNvPr id="72" name="Oval 71"/>
              <p:cNvSpPr/>
              <p:nvPr/>
            </p:nvSpPr>
            <p:spPr>
              <a:xfrm>
                <a:off x="1744536" y="2667000"/>
                <a:ext cx="411480" cy="41148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a:p>
            </p:txBody>
          </p:sp>
        </p:grpSp>
        <p:grpSp>
          <p:nvGrpSpPr>
            <p:cNvPr id="65" name="Group 64"/>
            <p:cNvGrpSpPr/>
            <p:nvPr/>
          </p:nvGrpSpPr>
          <p:grpSpPr>
            <a:xfrm>
              <a:off x="6419808" y="3035821"/>
              <a:ext cx="272296" cy="436130"/>
              <a:chOff x="1522093" y="2667000"/>
              <a:chExt cx="856367" cy="1371624"/>
            </a:xfrm>
            <a:solidFill>
              <a:schemeClr val="accent3"/>
            </a:solidFill>
          </p:grpSpPr>
          <p:sp>
            <p:nvSpPr>
              <p:cNvPr id="69" name="Freeform 68"/>
              <p:cNvSpPr/>
              <p:nvPr/>
            </p:nvSpPr>
            <p:spPr>
              <a:xfrm>
                <a:off x="1522093" y="3124199"/>
                <a:ext cx="856367" cy="914425"/>
              </a:xfrm>
              <a:custGeom>
                <a:avLst/>
                <a:gdLst>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0550 w 749300"/>
                  <a:gd name="connsiteY8" fmla="*/ 212725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0550 w 749300"/>
                  <a:gd name="connsiteY8" fmla="*/ 212725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0550 w 749300"/>
                  <a:gd name="connsiteY8" fmla="*/ 212725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0550 w 749300"/>
                  <a:gd name="connsiteY8" fmla="*/ 212725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0550 w 749300"/>
                  <a:gd name="connsiteY8" fmla="*/ 212725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600075 w 749300"/>
                  <a:gd name="connsiteY8" fmla="*/ 205581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600075 w 749300"/>
                  <a:gd name="connsiteY8" fmla="*/ 219868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3275"/>
                  <a:gd name="connsiteX1" fmla="*/ 0 w 749300"/>
                  <a:gd name="connsiteY1" fmla="*/ 727075 h 803275"/>
                  <a:gd name="connsiteX2" fmla="*/ 9525 w 749300"/>
                  <a:gd name="connsiteY2" fmla="*/ 76200 h 803275"/>
                  <a:gd name="connsiteX3" fmla="*/ 104775 w 749300"/>
                  <a:gd name="connsiteY3" fmla="*/ 0 h 803275"/>
                  <a:gd name="connsiteX4" fmla="*/ 650875 w 749300"/>
                  <a:gd name="connsiteY4" fmla="*/ 6350 h 803275"/>
                  <a:gd name="connsiteX5" fmla="*/ 749300 w 749300"/>
                  <a:gd name="connsiteY5" fmla="*/ 98425 h 803275"/>
                  <a:gd name="connsiteX6" fmla="*/ 749300 w 749300"/>
                  <a:gd name="connsiteY6" fmla="*/ 708025 h 803275"/>
                  <a:gd name="connsiteX7" fmla="*/ 603250 w 749300"/>
                  <a:gd name="connsiteY7" fmla="*/ 800100 h 803275"/>
                  <a:gd name="connsiteX8" fmla="*/ 597694 w 749300"/>
                  <a:gd name="connsiteY8" fmla="*/ 212724 h 803275"/>
                  <a:gd name="connsiteX9" fmla="*/ 552450 w 749300"/>
                  <a:gd name="connsiteY9" fmla="*/ 212725 h 803275"/>
                  <a:gd name="connsiteX10" fmla="*/ 561975 w 749300"/>
                  <a:gd name="connsiteY10" fmla="*/ 803275 h 803275"/>
                  <a:gd name="connsiteX11" fmla="*/ 184150 w 749300"/>
                  <a:gd name="connsiteY11" fmla="*/ 798116 h 803275"/>
                  <a:gd name="connsiteX12" fmla="*/ 177800 w 749300"/>
                  <a:gd name="connsiteY12" fmla="*/ 209550 h 803275"/>
                  <a:gd name="connsiteX13" fmla="*/ 133350 w 749300"/>
                  <a:gd name="connsiteY13" fmla="*/ 209550 h 803275"/>
                  <a:gd name="connsiteX14" fmla="*/ 136525 w 749300"/>
                  <a:gd name="connsiteY14" fmla="*/ 781050 h 803275"/>
                  <a:gd name="connsiteX0" fmla="*/ 136525 w 749300"/>
                  <a:gd name="connsiteY0" fmla="*/ 781050 h 800100"/>
                  <a:gd name="connsiteX1" fmla="*/ 0 w 749300"/>
                  <a:gd name="connsiteY1" fmla="*/ 727075 h 800100"/>
                  <a:gd name="connsiteX2" fmla="*/ 9525 w 749300"/>
                  <a:gd name="connsiteY2" fmla="*/ 76200 h 800100"/>
                  <a:gd name="connsiteX3" fmla="*/ 104775 w 749300"/>
                  <a:gd name="connsiteY3" fmla="*/ 0 h 800100"/>
                  <a:gd name="connsiteX4" fmla="*/ 650875 w 749300"/>
                  <a:gd name="connsiteY4" fmla="*/ 6350 h 800100"/>
                  <a:gd name="connsiteX5" fmla="*/ 749300 w 749300"/>
                  <a:gd name="connsiteY5" fmla="*/ 98425 h 800100"/>
                  <a:gd name="connsiteX6" fmla="*/ 749300 w 749300"/>
                  <a:gd name="connsiteY6" fmla="*/ 708025 h 800100"/>
                  <a:gd name="connsiteX7" fmla="*/ 603250 w 749300"/>
                  <a:gd name="connsiteY7" fmla="*/ 800100 h 800100"/>
                  <a:gd name="connsiteX8" fmla="*/ 597694 w 749300"/>
                  <a:gd name="connsiteY8" fmla="*/ 212724 h 800100"/>
                  <a:gd name="connsiteX9" fmla="*/ 552450 w 749300"/>
                  <a:gd name="connsiteY9" fmla="*/ 212725 h 800100"/>
                  <a:gd name="connsiteX10" fmla="*/ 559891 w 749300"/>
                  <a:gd name="connsiteY10" fmla="*/ 799107 h 800100"/>
                  <a:gd name="connsiteX11" fmla="*/ 184150 w 749300"/>
                  <a:gd name="connsiteY11" fmla="*/ 798116 h 800100"/>
                  <a:gd name="connsiteX12" fmla="*/ 177800 w 749300"/>
                  <a:gd name="connsiteY12" fmla="*/ 209550 h 800100"/>
                  <a:gd name="connsiteX13" fmla="*/ 133350 w 749300"/>
                  <a:gd name="connsiteY13" fmla="*/ 209550 h 800100"/>
                  <a:gd name="connsiteX14" fmla="*/ 136525 w 749300"/>
                  <a:gd name="connsiteY14" fmla="*/ 781050 h 800100"/>
                  <a:gd name="connsiteX0" fmla="*/ 136525 w 749300"/>
                  <a:gd name="connsiteY0" fmla="*/ 797718 h 800100"/>
                  <a:gd name="connsiteX1" fmla="*/ 0 w 749300"/>
                  <a:gd name="connsiteY1" fmla="*/ 727075 h 800100"/>
                  <a:gd name="connsiteX2" fmla="*/ 9525 w 749300"/>
                  <a:gd name="connsiteY2" fmla="*/ 76200 h 800100"/>
                  <a:gd name="connsiteX3" fmla="*/ 104775 w 749300"/>
                  <a:gd name="connsiteY3" fmla="*/ 0 h 800100"/>
                  <a:gd name="connsiteX4" fmla="*/ 650875 w 749300"/>
                  <a:gd name="connsiteY4" fmla="*/ 6350 h 800100"/>
                  <a:gd name="connsiteX5" fmla="*/ 749300 w 749300"/>
                  <a:gd name="connsiteY5" fmla="*/ 98425 h 800100"/>
                  <a:gd name="connsiteX6" fmla="*/ 749300 w 749300"/>
                  <a:gd name="connsiteY6" fmla="*/ 708025 h 800100"/>
                  <a:gd name="connsiteX7" fmla="*/ 603250 w 749300"/>
                  <a:gd name="connsiteY7" fmla="*/ 800100 h 800100"/>
                  <a:gd name="connsiteX8" fmla="*/ 597694 w 749300"/>
                  <a:gd name="connsiteY8" fmla="*/ 212724 h 800100"/>
                  <a:gd name="connsiteX9" fmla="*/ 552450 w 749300"/>
                  <a:gd name="connsiteY9" fmla="*/ 212725 h 800100"/>
                  <a:gd name="connsiteX10" fmla="*/ 559891 w 749300"/>
                  <a:gd name="connsiteY10" fmla="*/ 799107 h 800100"/>
                  <a:gd name="connsiteX11" fmla="*/ 184150 w 749300"/>
                  <a:gd name="connsiteY11" fmla="*/ 798116 h 800100"/>
                  <a:gd name="connsiteX12" fmla="*/ 177800 w 749300"/>
                  <a:gd name="connsiteY12" fmla="*/ 209550 h 800100"/>
                  <a:gd name="connsiteX13" fmla="*/ 133350 w 749300"/>
                  <a:gd name="connsiteY13" fmla="*/ 209550 h 800100"/>
                  <a:gd name="connsiteX14" fmla="*/ 136525 w 749300"/>
                  <a:gd name="connsiteY14" fmla="*/ 797718 h 800100"/>
                  <a:gd name="connsiteX0" fmla="*/ 136525 w 749300"/>
                  <a:gd name="connsiteY0" fmla="*/ 797718 h 800100"/>
                  <a:gd name="connsiteX1" fmla="*/ 0 w 749300"/>
                  <a:gd name="connsiteY1" fmla="*/ 727075 h 800100"/>
                  <a:gd name="connsiteX2" fmla="*/ 9525 w 749300"/>
                  <a:gd name="connsiteY2" fmla="*/ 76200 h 800100"/>
                  <a:gd name="connsiteX3" fmla="*/ 104775 w 749300"/>
                  <a:gd name="connsiteY3" fmla="*/ 0 h 800100"/>
                  <a:gd name="connsiteX4" fmla="*/ 650875 w 749300"/>
                  <a:gd name="connsiteY4" fmla="*/ 6350 h 800100"/>
                  <a:gd name="connsiteX5" fmla="*/ 749300 w 749300"/>
                  <a:gd name="connsiteY5" fmla="*/ 98425 h 800100"/>
                  <a:gd name="connsiteX6" fmla="*/ 749300 w 749300"/>
                  <a:gd name="connsiteY6" fmla="*/ 722610 h 800100"/>
                  <a:gd name="connsiteX7" fmla="*/ 603250 w 749300"/>
                  <a:gd name="connsiteY7" fmla="*/ 800100 h 800100"/>
                  <a:gd name="connsiteX8" fmla="*/ 597694 w 749300"/>
                  <a:gd name="connsiteY8" fmla="*/ 212724 h 800100"/>
                  <a:gd name="connsiteX9" fmla="*/ 552450 w 749300"/>
                  <a:gd name="connsiteY9" fmla="*/ 212725 h 800100"/>
                  <a:gd name="connsiteX10" fmla="*/ 559891 w 749300"/>
                  <a:gd name="connsiteY10" fmla="*/ 799107 h 800100"/>
                  <a:gd name="connsiteX11" fmla="*/ 184150 w 749300"/>
                  <a:gd name="connsiteY11" fmla="*/ 798116 h 800100"/>
                  <a:gd name="connsiteX12" fmla="*/ 177800 w 749300"/>
                  <a:gd name="connsiteY12" fmla="*/ 209550 h 800100"/>
                  <a:gd name="connsiteX13" fmla="*/ 133350 w 749300"/>
                  <a:gd name="connsiteY13" fmla="*/ 209550 h 800100"/>
                  <a:gd name="connsiteX14" fmla="*/ 136525 w 749300"/>
                  <a:gd name="connsiteY14" fmla="*/ 797718 h 800100"/>
                  <a:gd name="connsiteX0" fmla="*/ 136525 w 749300"/>
                  <a:gd name="connsiteY0" fmla="*/ 797718 h 800100"/>
                  <a:gd name="connsiteX1" fmla="*/ 0 w 749300"/>
                  <a:gd name="connsiteY1" fmla="*/ 727075 h 800100"/>
                  <a:gd name="connsiteX2" fmla="*/ 9525 w 749300"/>
                  <a:gd name="connsiteY2" fmla="*/ 76200 h 800100"/>
                  <a:gd name="connsiteX3" fmla="*/ 104775 w 749300"/>
                  <a:gd name="connsiteY3" fmla="*/ 0 h 800100"/>
                  <a:gd name="connsiteX4" fmla="*/ 650875 w 749300"/>
                  <a:gd name="connsiteY4" fmla="*/ 6350 h 800100"/>
                  <a:gd name="connsiteX5" fmla="*/ 749300 w 749300"/>
                  <a:gd name="connsiteY5" fmla="*/ 98425 h 800100"/>
                  <a:gd name="connsiteX6" fmla="*/ 749300 w 749300"/>
                  <a:gd name="connsiteY6" fmla="*/ 722610 h 800100"/>
                  <a:gd name="connsiteX7" fmla="*/ 603250 w 749300"/>
                  <a:gd name="connsiteY7" fmla="*/ 800100 h 800100"/>
                  <a:gd name="connsiteX8" fmla="*/ 597694 w 749300"/>
                  <a:gd name="connsiteY8" fmla="*/ 212724 h 800100"/>
                  <a:gd name="connsiteX9" fmla="*/ 552450 w 749300"/>
                  <a:gd name="connsiteY9" fmla="*/ 212725 h 800100"/>
                  <a:gd name="connsiteX10" fmla="*/ 559891 w 749300"/>
                  <a:gd name="connsiteY10" fmla="*/ 799107 h 800100"/>
                  <a:gd name="connsiteX11" fmla="*/ 184150 w 749300"/>
                  <a:gd name="connsiteY11" fmla="*/ 798116 h 800100"/>
                  <a:gd name="connsiteX12" fmla="*/ 177800 w 749300"/>
                  <a:gd name="connsiteY12" fmla="*/ 209550 h 800100"/>
                  <a:gd name="connsiteX13" fmla="*/ 133350 w 749300"/>
                  <a:gd name="connsiteY13" fmla="*/ 209550 h 800100"/>
                  <a:gd name="connsiteX14" fmla="*/ 136525 w 749300"/>
                  <a:gd name="connsiteY14" fmla="*/ 797718 h 800100"/>
                  <a:gd name="connsiteX0" fmla="*/ 136525 w 749300"/>
                  <a:gd name="connsiteY0" fmla="*/ 797718 h 800100"/>
                  <a:gd name="connsiteX1" fmla="*/ 0 w 749300"/>
                  <a:gd name="connsiteY1" fmla="*/ 727075 h 800100"/>
                  <a:gd name="connsiteX2" fmla="*/ 9525 w 749300"/>
                  <a:gd name="connsiteY2" fmla="*/ 76200 h 800100"/>
                  <a:gd name="connsiteX3" fmla="*/ 104775 w 749300"/>
                  <a:gd name="connsiteY3" fmla="*/ 0 h 800100"/>
                  <a:gd name="connsiteX4" fmla="*/ 648792 w 749300"/>
                  <a:gd name="connsiteY4" fmla="*/ 2183 h 800100"/>
                  <a:gd name="connsiteX5" fmla="*/ 749300 w 749300"/>
                  <a:gd name="connsiteY5" fmla="*/ 98425 h 800100"/>
                  <a:gd name="connsiteX6" fmla="*/ 749300 w 749300"/>
                  <a:gd name="connsiteY6" fmla="*/ 722610 h 800100"/>
                  <a:gd name="connsiteX7" fmla="*/ 603250 w 749300"/>
                  <a:gd name="connsiteY7" fmla="*/ 800100 h 800100"/>
                  <a:gd name="connsiteX8" fmla="*/ 597694 w 749300"/>
                  <a:gd name="connsiteY8" fmla="*/ 212724 h 800100"/>
                  <a:gd name="connsiteX9" fmla="*/ 552450 w 749300"/>
                  <a:gd name="connsiteY9" fmla="*/ 212725 h 800100"/>
                  <a:gd name="connsiteX10" fmla="*/ 559891 w 749300"/>
                  <a:gd name="connsiteY10" fmla="*/ 799107 h 800100"/>
                  <a:gd name="connsiteX11" fmla="*/ 184150 w 749300"/>
                  <a:gd name="connsiteY11" fmla="*/ 798116 h 800100"/>
                  <a:gd name="connsiteX12" fmla="*/ 177800 w 749300"/>
                  <a:gd name="connsiteY12" fmla="*/ 209550 h 800100"/>
                  <a:gd name="connsiteX13" fmla="*/ 133350 w 749300"/>
                  <a:gd name="connsiteY13" fmla="*/ 209550 h 800100"/>
                  <a:gd name="connsiteX14" fmla="*/ 136525 w 749300"/>
                  <a:gd name="connsiteY14" fmla="*/ 797718 h 800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49300" h="800100">
                    <a:moveTo>
                      <a:pt x="136525" y="797718"/>
                    </a:moveTo>
                    <a:cubicBezTo>
                      <a:pt x="57679" y="798776"/>
                      <a:pt x="31221" y="780786"/>
                      <a:pt x="0" y="727075"/>
                    </a:cubicBezTo>
                    <a:lnTo>
                      <a:pt x="9525" y="76200"/>
                    </a:lnTo>
                    <a:cubicBezTo>
                      <a:pt x="22225" y="43656"/>
                      <a:pt x="32544" y="6349"/>
                      <a:pt x="104775" y="0"/>
                    </a:cubicBezTo>
                    <a:lnTo>
                      <a:pt x="648792" y="2183"/>
                    </a:lnTo>
                    <a:cubicBezTo>
                      <a:pt x="712556" y="18588"/>
                      <a:pt x="733161" y="48683"/>
                      <a:pt x="749300" y="98425"/>
                    </a:cubicBezTo>
                    <a:lnTo>
                      <a:pt x="749300" y="722610"/>
                    </a:lnTo>
                    <a:cubicBezTo>
                      <a:pt x="695260" y="807475"/>
                      <a:pt x="661458" y="795602"/>
                      <a:pt x="603250" y="800100"/>
                    </a:cubicBezTo>
                    <a:cubicBezTo>
                      <a:pt x="602192" y="601927"/>
                      <a:pt x="598752" y="410897"/>
                      <a:pt x="597694" y="212724"/>
                    </a:cubicBezTo>
                    <a:cubicBezTo>
                      <a:pt x="599281" y="188911"/>
                      <a:pt x="548481" y="196056"/>
                      <a:pt x="552450" y="212725"/>
                    </a:cubicBezTo>
                    <a:cubicBezTo>
                      <a:pt x="554930" y="408186"/>
                      <a:pt x="557411" y="603646"/>
                      <a:pt x="559891" y="799107"/>
                    </a:cubicBezTo>
                    <a:lnTo>
                      <a:pt x="184150" y="798116"/>
                    </a:lnTo>
                    <a:cubicBezTo>
                      <a:pt x="182033" y="599149"/>
                      <a:pt x="179917" y="408517"/>
                      <a:pt x="177800" y="209550"/>
                    </a:cubicBezTo>
                    <a:cubicBezTo>
                      <a:pt x="174889" y="171450"/>
                      <a:pt x="131499" y="185737"/>
                      <a:pt x="133350" y="209550"/>
                    </a:cubicBezTo>
                    <a:cubicBezTo>
                      <a:pt x="131233" y="395817"/>
                      <a:pt x="129117" y="598751"/>
                      <a:pt x="136525" y="79771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a:p>
            </p:txBody>
          </p:sp>
          <p:sp>
            <p:nvSpPr>
              <p:cNvPr id="70" name="Oval 69"/>
              <p:cNvSpPr/>
              <p:nvPr/>
            </p:nvSpPr>
            <p:spPr>
              <a:xfrm>
                <a:off x="1744536" y="2667000"/>
                <a:ext cx="411480" cy="41148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a:p>
            </p:txBody>
          </p:sp>
        </p:grpSp>
      </p:grpSp>
      <p:grpSp>
        <p:nvGrpSpPr>
          <p:cNvPr id="73" name="Group 72"/>
          <p:cNvGrpSpPr/>
          <p:nvPr/>
        </p:nvGrpSpPr>
        <p:grpSpPr>
          <a:xfrm>
            <a:off x="2118935" y="1998844"/>
            <a:ext cx="661524" cy="436130"/>
            <a:chOff x="6030580" y="3035821"/>
            <a:chExt cx="661524" cy="436130"/>
          </a:xfrm>
          <a:solidFill>
            <a:schemeClr val="accent2"/>
          </a:solidFill>
        </p:grpSpPr>
        <p:grpSp>
          <p:nvGrpSpPr>
            <p:cNvPr id="74" name="Group 73"/>
            <p:cNvGrpSpPr/>
            <p:nvPr/>
          </p:nvGrpSpPr>
          <p:grpSpPr>
            <a:xfrm>
              <a:off x="6030580" y="3035821"/>
              <a:ext cx="272296" cy="436130"/>
              <a:chOff x="1522093" y="2667000"/>
              <a:chExt cx="856367" cy="1371624"/>
            </a:xfrm>
            <a:grpFill/>
          </p:grpSpPr>
          <p:sp>
            <p:nvSpPr>
              <p:cNvPr id="78" name="Freeform 77"/>
              <p:cNvSpPr/>
              <p:nvPr/>
            </p:nvSpPr>
            <p:spPr>
              <a:xfrm>
                <a:off x="1522093" y="3124199"/>
                <a:ext cx="856367" cy="914425"/>
              </a:xfrm>
              <a:custGeom>
                <a:avLst/>
                <a:gdLst>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0550 w 749300"/>
                  <a:gd name="connsiteY8" fmla="*/ 212725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0550 w 749300"/>
                  <a:gd name="connsiteY8" fmla="*/ 212725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0550 w 749300"/>
                  <a:gd name="connsiteY8" fmla="*/ 212725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0550 w 749300"/>
                  <a:gd name="connsiteY8" fmla="*/ 212725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0550 w 749300"/>
                  <a:gd name="connsiteY8" fmla="*/ 212725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600075 w 749300"/>
                  <a:gd name="connsiteY8" fmla="*/ 205581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600075 w 749300"/>
                  <a:gd name="connsiteY8" fmla="*/ 219868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3275"/>
                  <a:gd name="connsiteX1" fmla="*/ 0 w 749300"/>
                  <a:gd name="connsiteY1" fmla="*/ 727075 h 803275"/>
                  <a:gd name="connsiteX2" fmla="*/ 9525 w 749300"/>
                  <a:gd name="connsiteY2" fmla="*/ 76200 h 803275"/>
                  <a:gd name="connsiteX3" fmla="*/ 104775 w 749300"/>
                  <a:gd name="connsiteY3" fmla="*/ 0 h 803275"/>
                  <a:gd name="connsiteX4" fmla="*/ 650875 w 749300"/>
                  <a:gd name="connsiteY4" fmla="*/ 6350 h 803275"/>
                  <a:gd name="connsiteX5" fmla="*/ 749300 w 749300"/>
                  <a:gd name="connsiteY5" fmla="*/ 98425 h 803275"/>
                  <a:gd name="connsiteX6" fmla="*/ 749300 w 749300"/>
                  <a:gd name="connsiteY6" fmla="*/ 708025 h 803275"/>
                  <a:gd name="connsiteX7" fmla="*/ 603250 w 749300"/>
                  <a:gd name="connsiteY7" fmla="*/ 800100 h 803275"/>
                  <a:gd name="connsiteX8" fmla="*/ 597694 w 749300"/>
                  <a:gd name="connsiteY8" fmla="*/ 212724 h 803275"/>
                  <a:gd name="connsiteX9" fmla="*/ 552450 w 749300"/>
                  <a:gd name="connsiteY9" fmla="*/ 212725 h 803275"/>
                  <a:gd name="connsiteX10" fmla="*/ 561975 w 749300"/>
                  <a:gd name="connsiteY10" fmla="*/ 803275 h 803275"/>
                  <a:gd name="connsiteX11" fmla="*/ 184150 w 749300"/>
                  <a:gd name="connsiteY11" fmla="*/ 798116 h 803275"/>
                  <a:gd name="connsiteX12" fmla="*/ 177800 w 749300"/>
                  <a:gd name="connsiteY12" fmla="*/ 209550 h 803275"/>
                  <a:gd name="connsiteX13" fmla="*/ 133350 w 749300"/>
                  <a:gd name="connsiteY13" fmla="*/ 209550 h 803275"/>
                  <a:gd name="connsiteX14" fmla="*/ 136525 w 749300"/>
                  <a:gd name="connsiteY14" fmla="*/ 781050 h 803275"/>
                  <a:gd name="connsiteX0" fmla="*/ 136525 w 749300"/>
                  <a:gd name="connsiteY0" fmla="*/ 781050 h 800100"/>
                  <a:gd name="connsiteX1" fmla="*/ 0 w 749300"/>
                  <a:gd name="connsiteY1" fmla="*/ 727075 h 800100"/>
                  <a:gd name="connsiteX2" fmla="*/ 9525 w 749300"/>
                  <a:gd name="connsiteY2" fmla="*/ 76200 h 800100"/>
                  <a:gd name="connsiteX3" fmla="*/ 104775 w 749300"/>
                  <a:gd name="connsiteY3" fmla="*/ 0 h 800100"/>
                  <a:gd name="connsiteX4" fmla="*/ 650875 w 749300"/>
                  <a:gd name="connsiteY4" fmla="*/ 6350 h 800100"/>
                  <a:gd name="connsiteX5" fmla="*/ 749300 w 749300"/>
                  <a:gd name="connsiteY5" fmla="*/ 98425 h 800100"/>
                  <a:gd name="connsiteX6" fmla="*/ 749300 w 749300"/>
                  <a:gd name="connsiteY6" fmla="*/ 708025 h 800100"/>
                  <a:gd name="connsiteX7" fmla="*/ 603250 w 749300"/>
                  <a:gd name="connsiteY7" fmla="*/ 800100 h 800100"/>
                  <a:gd name="connsiteX8" fmla="*/ 597694 w 749300"/>
                  <a:gd name="connsiteY8" fmla="*/ 212724 h 800100"/>
                  <a:gd name="connsiteX9" fmla="*/ 552450 w 749300"/>
                  <a:gd name="connsiteY9" fmla="*/ 212725 h 800100"/>
                  <a:gd name="connsiteX10" fmla="*/ 559891 w 749300"/>
                  <a:gd name="connsiteY10" fmla="*/ 799107 h 800100"/>
                  <a:gd name="connsiteX11" fmla="*/ 184150 w 749300"/>
                  <a:gd name="connsiteY11" fmla="*/ 798116 h 800100"/>
                  <a:gd name="connsiteX12" fmla="*/ 177800 w 749300"/>
                  <a:gd name="connsiteY12" fmla="*/ 209550 h 800100"/>
                  <a:gd name="connsiteX13" fmla="*/ 133350 w 749300"/>
                  <a:gd name="connsiteY13" fmla="*/ 209550 h 800100"/>
                  <a:gd name="connsiteX14" fmla="*/ 136525 w 749300"/>
                  <a:gd name="connsiteY14" fmla="*/ 781050 h 800100"/>
                  <a:gd name="connsiteX0" fmla="*/ 136525 w 749300"/>
                  <a:gd name="connsiteY0" fmla="*/ 797718 h 800100"/>
                  <a:gd name="connsiteX1" fmla="*/ 0 w 749300"/>
                  <a:gd name="connsiteY1" fmla="*/ 727075 h 800100"/>
                  <a:gd name="connsiteX2" fmla="*/ 9525 w 749300"/>
                  <a:gd name="connsiteY2" fmla="*/ 76200 h 800100"/>
                  <a:gd name="connsiteX3" fmla="*/ 104775 w 749300"/>
                  <a:gd name="connsiteY3" fmla="*/ 0 h 800100"/>
                  <a:gd name="connsiteX4" fmla="*/ 650875 w 749300"/>
                  <a:gd name="connsiteY4" fmla="*/ 6350 h 800100"/>
                  <a:gd name="connsiteX5" fmla="*/ 749300 w 749300"/>
                  <a:gd name="connsiteY5" fmla="*/ 98425 h 800100"/>
                  <a:gd name="connsiteX6" fmla="*/ 749300 w 749300"/>
                  <a:gd name="connsiteY6" fmla="*/ 708025 h 800100"/>
                  <a:gd name="connsiteX7" fmla="*/ 603250 w 749300"/>
                  <a:gd name="connsiteY7" fmla="*/ 800100 h 800100"/>
                  <a:gd name="connsiteX8" fmla="*/ 597694 w 749300"/>
                  <a:gd name="connsiteY8" fmla="*/ 212724 h 800100"/>
                  <a:gd name="connsiteX9" fmla="*/ 552450 w 749300"/>
                  <a:gd name="connsiteY9" fmla="*/ 212725 h 800100"/>
                  <a:gd name="connsiteX10" fmla="*/ 559891 w 749300"/>
                  <a:gd name="connsiteY10" fmla="*/ 799107 h 800100"/>
                  <a:gd name="connsiteX11" fmla="*/ 184150 w 749300"/>
                  <a:gd name="connsiteY11" fmla="*/ 798116 h 800100"/>
                  <a:gd name="connsiteX12" fmla="*/ 177800 w 749300"/>
                  <a:gd name="connsiteY12" fmla="*/ 209550 h 800100"/>
                  <a:gd name="connsiteX13" fmla="*/ 133350 w 749300"/>
                  <a:gd name="connsiteY13" fmla="*/ 209550 h 800100"/>
                  <a:gd name="connsiteX14" fmla="*/ 136525 w 749300"/>
                  <a:gd name="connsiteY14" fmla="*/ 797718 h 800100"/>
                  <a:gd name="connsiteX0" fmla="*/ 136525 w 749300"/>
                  <a:gd name="connsiteY0" fmla="*/ 797718 h 800100"/>
                  <a:gd name="connsiteX1" fmla="*/ 0 w 749300"/>
                  <a:gd name="connsiteY1" fmla="*/ 727075 h 800100"/>
                  <a:gd name="connsiteX2" fmla="*/ 9525 w 749300"/>
                  <a:gd name="connsiteY2" fmla="*/ 76200 h 800100"/>
                  <a:gd name="connsiteX3" fmla="*/ 104775 w 749300"/>
                  <a:gd name="connsiteY3" fmla="*/ 0 h 800100"/>
                  <a:gd name="connsiteX4" fmla="*/ 650875 w 749300"/>
                  <a:gd name="connsiteY4" fmla="*/ 6350 h 800100"/>
                  <a:gd name="connsiteX5" fmla="*/ 749300 w 749300"/>
                  <a:gd name="connsiteY5" fmla="*/ 98425 h 800100"/>
                  <a:gd name="connsiteX6" fmla="*/ 749300 w 749300"/>
                  <a:gd name="connsiteY6" fmla="*/ 722610 h 800100"/>
                  <a:gd name="connsiteX7" fmla="*/ 603250 w 749300"/>
                  <a:gd name="connsiteY7" fmla="*/ 800100 h 800100"/>
                  <a:gd name="connsiteX8" fmla="*/ 597694 w 749300"/>
                  <a:gd name="connsiteY8" fmla="*/ 212724 h 800100"/>
                  <a:gd name="connsiteX9" fmla="*/ 552450 w 749300"/>
                  <a:gd name="connsiteY9" fmla="*/ 212725 h 800100"/>
                  <a:gd name="connsiteX10" fmla="*/ 559891 w 749300"/>
                  <a:gd name="connsiteY10" fmla="*/ 799107 h 800100"/>
                  <a:gd name="connsiteX11" fmla="*/ 184150 w 749300"/>
                  <a:gd name="connsiteY11" fmla="*/ 798116 h 800100"/>
                  <a:gd name="connsiteX12" fmla="*/ 177800 w 749300"/>
                  <a:gd name="connsiteY12" fmla="*/ 209550 h 800100"/>
                  <a:gd name="connsiteX13" fmla="*/ 133350 w 749300"/>
                  <a:gd name="connsiteY13" fmla="*/ 209550 h 800100"/>
                  <a:gd name="connsiteX14" fmla="*/ 136525 w 749300"/>
                  <a:gd name="connsiteY14" fmla="*/ 797718 h 800100"/>
                  <a:gd name="connsiteX0" fmla="*/ 136525 w 749300"/>
                  <a:gd name="connsiteY0" fmla="*/ 797718 h 800100"/>
                  <a:gd name="connsiteX1" fmla="*/ 0 w 749300"/>
                  <a:gd name="connsiteY1" fmla="*/ 727075 h 800100"/>
                  <a:gd name="connsiteX2" fmla="*/ 9525 w 749300"/>
                  <a:gd name="connsiteY2" fmla="*/ 76200 h 800100"/>
                  <a:gd name="connsiteX3" fmla="*/ 104775 w 749300"/>
                  <a:gd name="connsiteY3" fmla="*/ 0 h 800100"/>
                  <a:gd name="connsiteX4" fmla="*/ 650875 w 749300"/>
                  <a:gd name="connsiteY4" fmla="*/ 6350 h 800100"/>
                  <a:gd name="connsiteX5" fmla="*/ 749300 w 749300"/>
                  <a:gd name="connsiteY5" fmla="*/ 98425 h 800100"/>
                  <a:gd name="connsiteX6" fmla="*/ 749300 w 749300"/>
                  <a:gd name="connsiteY6" fmla="*/ 722610 h 800100"/>
                  <a:gd name="connsiteX7" fmla="*/ 603250 w 749300"/>
                  <a:gd name="connsiteY7" fmla="*/ 800100 h 800100"/>
                  <a:gd name="connsiteX8" fmla="*/ 597694 w 749300"/>
                  <a:gd name="connsiteY8" fmla="*/ 212724 h 800100"/>
                  <a:gd name="connsiteX9" fmla="*/ 552450 w 749300"/>
                  <a:gd name="connsiteY9" fmla="*/ 212725 h 800100"/>
                  <a:gd name="connsiteX10" fmla="*/ 559891 w 749300"/>
                  <a:gd name="connsiteY10" fmla="*/ 799107 h 800100"/>
                  <a:gd name="connsiteX11" fmla="*/ 184150 w 749300"/>
                  <a:gd name="connsiteY11" fmla="*/ 798116 h 800100"/>
                  <a:gd name="connsiteX12" fmla="*/ 177800 w 749300"/>
                  <a:gd name="connsiteY12" fmla="*/ 209550 h 800100"/>
                  <a:gd name="connsiteX13" fmla="*/ 133350 w 749300"/>
                  <a:gd name="connsiteY13" fmla="*/ 209550 h 800100"/>
                  <a:gd name="connsiteX14" fmla="*/ 136525 w 749300"/>
                  <a:gd name="connsiteY14" fmla="*/ 797718 h 800100"/>
                  <a:gd name="connsiteX0" fmla="*/ 136525 w 749300"/>
                  <a:gd name="connsiteY0" fmla="*/ 797718 h 800100"/>
                  <a:gd name="connsiteX1" fmla="*/ 0 w 749300"/>
                  <a:gd name="connsiteY1" fmla="*/ 727075 h 800100"/>
                  <a:gd name="connsiteX2" fmla="*/ 9525 w 749300"/>
                  <a:gd name="connsiteY2" fmla="*/ 76200 h 800100"/>
                  <a:gd name="connsiteX3" fmla="*/ 104775 w 749300"/>
                  <a:gd name="connsiteY3" fmla="*/ 0 h 800100"/>
                  <a:gd name="connsiteX4" fmla="*/ 648792 w 749300"/>
                  <a:gd name="connsiteY4" fmla="*/ 2183 h 800100"/>
                  <a:gd name="connsiteX5" fmla="*/ 749300 w 749300"/>
                  <a:gd name="connsiteY5" fmla="*/ 98425 h 800100"/>
                  <a:gd name="connsiteX6" fmla="*/ 749300 w 749300"/>
                  <a:gd name="connsiteY6" fmla="*/ 722610 h 800100"/>
                  <a:gd name="connsiteX7" fmla="*/ 603250 w 749300"/>
                  <a:gd name="connsiteY7" fmla="*/ 800100 h 800100"/>
                  <a:gd name="connsiteX8" fmla="*/ 597694 w 749300"/>
                  <a:gd name="connsiteY8" fmla="*/ 212724 h 800100"/>
                  <a:gd name="connsiteX9" fmla="*/ 552450 w 749300"/>
                  <a:gd name="connsiteY9" fmla="*/ 212725 h 800100"/>
                  <a:gd name="connsiteX10" fmla="*/ 559891 w 749300"/>
                  <a:gd name="connsiteY10" fmla="*/ 799107 h 800100"/>
                  <a:gd name="connsiteX11" fmla="*/ 184150 w 749300"/>
                  <a:gd name="connsiteY11" fmla="*/ 798116 h 800100"/>
                  <a:gd name="connsiteX12" fmla="*/ 177800 w 749300"/>
                  <a:gd name="connsiteY12" fmla="*/ 209550 h 800100"/>
                  <a:gd name="connsiteX13" fmla="*/ 133350 w 749300"/>
                  <a:gd name="connsiteY13" fmla="*/ 209550 h 800100"/>
                  <a:gd name="connsiteX14" fmla="*/ 136525 w 749300"/>
                  <a:gd name="connsiteY14" fmla="*/ 797718 h 800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49300" h="800100">
                    <a:moveTo>
                      <a:pt x="136525" y="797718"/>
                    </a:moveTo>
                    <a:cubicBezTo>
                      <a:pt x="57679" y="798776"/>
                      <a:pt x="31221" y="780786"/>
                      <a:pt x="0" y="727075"/>
                    </a:cubicBezTo>
                    <a:lnTo>
                      <a:pt x="9525" y="76200"/>
                    </a:lnTo>
                    <a:cubicBezTo>
                      <a:pt x="22225" y="43656"/>
                      <a:pt x="32544" y="6349"/>
                      <a:pt x="104775" y="0"/>
                    </a:cubicBezTo>
                    <a:lnTo>
                      <a:pt x="648792" y="2183"/>
                    </a:lnTo>
                    <a:cubicBezTo>
                      <a:pt x="712556" y="18588"/>
                      <a:pt x="733161" y="48683"/>
                      <a:pt x="749300" y="98425"/>
                    </a:cubicBezTo>
                    <a:lnTo>
                      <a:pt x="749300" y="722610"/>
                    </a:lnTo>
                    <a:cubicBezTo>
                      <a:pt x="695260" y="807475"/>
                      <a:pt x="661458" y="795602"/>
                      <a:pt x="603250" y="800100"/>
                    </a:cubicBezTo>
                    <a:cubicBezTo>
                      <a:pt x="602192" y="601927"/>
                      <a:pt x="598752" y="410897"/>
                      <a:pt x="597694" y="212724"/>
                    </a:cubicBezTo>
                    <a:cubicBezTo>
                      <a:pt x="599281" y="188911"/>
                      <a:pt x="548481" y="196056"/>
                      <a:pt x="552450" y="212725"/>
                    </a:cubicBezTo>
                    <a:cubicBezTo>
                      <a:pt x="554930" y="408186"/>
                      <a:pt x="557411" y="603646"/>
                      <a:pt x="559891" y="799107"/>
                    </a:cubicBezTo>
                    <a:lnTo>
                      <a:pt x="184150" y="798116"/>
                    </a:lnTo>
                    <a:cubicBezTo>
                      <a:pt x="182033" y="599149"/>
                      <a:pt x="179917" y="408517"/>
                      <a:pt x="177800" y="209550"/>
                    </a:cubicBezTo>
                    <a:cubicBezTo>
                      <a:pt x="174889" y="171450"/>
                      <a:pt x="131499" y="185737"/>
                      <a:pt x="133350" y="209550"/>
                    </a:cubicBezTo>
                    <a:cubicBezTo>
                      <a:pt x="131233" y="395817"/>
                      <a:pt x="129117" y="598751"/>
                      <a:pt x="136525" y="79771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a:p>
            </p:txBody>
          </p:sp>
          <p:sp>
            <p:nvSpPr>
              <p:cNvPr id="79" name="Oval 78"/>
              <p:cNvSpPr/>
              <p:nvPr/>
            </p:nvSpPr>
            <p:spPr>
              <a:xfrm>
                <a:off x="1744536" y="2667000"/>
                <a:ext cx="411480" cy="41148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a:p>
            </p:txBody>
          </p:sp>
        </p:grpSp>
        <p:grpSp>
          <p:nvGrpSpPr>
            <p:cNvPr id="75" name="Group 74"/>
            <p:cNvGrpSpPr/>
            <p:nvPr/>
          </p:nvGrpSpPr>
          <p:grpSpPr>
            <a:xfrm>
              <a:off x="6419808" y="3035821"/>
              <a:ext cx="272296" cy="436130"/>
              <a:chOff x="1522093" y="2667000"/>
              <a:chExt cx="856367" cy="1371624"/>
            </a:xfrm>
            <a:grpFill/>
          </p:grpSpPr>
          <p:sp>
            <p:nvSpPr>
              <p:cNvPr id="76" name="Freeform 75"/>
              <p:cNvSpPr/>
              <p:nvPr/>
            </p:nvSpPr>
            <p:spPr>
              <a:xfrm>
                <a:off x="1522093" y="3124199"/>
                <a:ext cx="856367" cy="914425"/>
              </a:xfrm>
              <a:custGeom>
                <a:avLst/>
                <a:gdLst>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0550 w 749300"/>
                  <a:gd name="connsiteY8" fmla="*/ 212725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0550 w 749300"/>
                  <a:gd name="connsiteY8" fmla="*/ 212725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0550 w 749300"/>
                  <a:gd name="connsiteY8" fmla="*/ 212725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0550 w 749300"/>
                  <a:gd name="connsiteY8" fmla="*/ 212725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0550 w 749300"/>
                  <a:gd name="connsiteY8" fmla="*/ 212725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600075 w 749300"/>
                  <a:gd name="connsiteY8" fmla="*/ 205581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600075 w 749300"/>
                  <a:gd name="connsiteY8" fmla="*/ 219868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3275"/>
                  <a:gd name="connsiteX1" fmla="*/ 0 w 749300"/>
                  <a:gd name="connsiteY1" fmla="*/ 727075 h 803275"/>
                  <a:gd name="connsiteX2" fmla="*/ 9525 w 749300"/>
                  <a:gd name="connsiteY2" fmla="*/ 76200 h 803275"/>
                  <a:gd name="connsiteX3" fmla="*/ 104775 w 749300"/>
                  <a:gd name="connsiteY3" fmla="*/ 0 h 803275"/>
                  <a:gd name="connsiteX4" fmla="*/ 650875 w 749300"/>
                  <a:gd name="connsiteY4" fmla="*/ 6350 h 803275"/>
                  <a:gd name="connsiteX5" fmla="*/ 749300 w 749300"/>
                  <a:gd name="connsiteY5" fmla="*/ 98425 h 803275"/>
                  <a:gd name="connsiteX6" fmla="*/ 749300 w 749300"/>
                  <a:gd name="connsiteY6" fmla="*/ 708025 h 803275"/>
                  <a:gd name="connsiteX7" fmla="*/ 603250 w 749300"/>
                  <a:gd name="connsiteY7" fmla="*/ 800100 h 803275"/>
                  <a:gd name="connsiteX8" fmla="*/ 597694 w 749300"/>
                  <a:gd name="connsiteY8" fmla="*/ 212724 h 803275"/>
                  <a:gd name="connsiteX9" fmla="*/ 552450 w 749300"/>
                  <a:gd name="connsiteY9" fmla="*/ 212725 h 803275"/>
                  <a:gd name="connsiteX10" fmla="*/ 561975 w 749300"/>
                  <a:gd name="connsiteY10" fmla="*/ 803275 h 803275"/>
                  <a:gd name="connsiteX11" fmla="*/ 184150 w 749300"/>
                  <a:gd name="connsiteY11" fmla="*/ 798116 h 803275"/>
                  <a:gd name="connsiteX12" fmla="*/ 177800 w 749300"/>
                  <a:gd name="connsiteY12" fmla="*/ 209550 h 803275"/>
                  <a:gd name="connsiteX13" fmla="*/ 133350 w 749300"/>
                  <a:gd name="connsiteY13" fmla="*/ 209550 h 803275"/>
                  <a:gd name="connsiteX14" fmla="*/ 136525 w 749300"/>
                  <a:gd name="connsiteY14" fmla="*/ 781050 h 803275"/>
                  <a:gd name="connsiteX0" fmla="*/ 136525 w 749300"/>
                  <a:gd name="connsiteY0" fmla="*/ 781050 h 800100"/>
                  <a:gd name="connsiteX1" fmla="*/ 0 w 749300"/>
                  <a:gd name="connsiteY1" fmla="*/ 727075 h 800100"/>
                  <a:gd name="connsiteX2" fmla="*/ 9525 w 749300"/>
                  <a:gd name="connsiteY2" fmla="*/ 76200 h 800100"/>
                  <a:gd name="connsiteX3" fmla="*/ 104775 w 749300"/>
                  <a:gd name="connsiteY3" fmla="*/ 0 h 800100"/>
                  <a:gd name="connsiteX4" fmla="*/ 650875 w 749300"/>
                  <a:gd name="connsiteY4" fmla="*/ 6350 h 800100"/>
                  <a:gd name="connsiteX5" fmla="*/ 749300 w 749300"/>
                  <a:gd name="connsiteY5" fmla="*/ 98425 h 800100"/>
                  <a:gd name="connsiteX6" fmla="*/ 749300 w 749300"/>
                  <a:gd name="connsiteY6" fmla="*/ 708025 h 800100"/>
                  <a:gd name="connsiteX7" fmla="*/ 603250 w 749300"/>
                  <a:gd name="connsiteY7" fmla="*/ 800100 h 800100"/>
                  <a:gd name="connsiteX8" fmla="*/ 597694 w 749300"/>
                  <a:gd name="connsiteY8" fmla="*/ 212724 h 800100"/>
                  <a:gd name="connsiteX9" fmla="*/ 552450 w 749300"/>
                  <a:gd name="connsiteY9" fmla="*/ 212725 h 800100"/>
                  <a:gd name="connsiteX10" fmla="*/ 559891 w 749300"/>
                  <a:gd name="connsiteY10" fmla="*/ 799107 h 800100"/>
                  <a:gd name="connsiteX11" fmla="*/ 184150 w 749300"/>
                  <a:gd name="connsiteY11" fmla="*/ 798116 h 800100"/>
                  <a:gd name="connsiteX12" fmla="*/ 177800 w 749300"/>
                  <a:gd name="connsiteY12" fmla="*/ 209550 h 800100"/>
                  <a:gd name="connsiteX13" fmla="*/ 133350 w 749300"/>
                  <a:gd name="connsiteY13" fmla="*/ 209550 h 800100"/>
                  <a:gd name="connsiteX14" fmla="*/ 136525 w 749300"/>
                  <a:gd name="connsiteY14" fmla="*/ 781050 h 800100"/>
                  <a:gd name="connsiteX0" fmla="*/ 136525 w 749300"/>
                  <a:gd name="connsiteY0" fmla="*/ 797718 h 800100"/>
                  <a:gd name="connsiteX1" fmla="*/ 0 w 749300"/>
                  <a:gd name="connsiteY1" fmla="*/ 727075 h 800100"/>
                  <a:gd name="connsiteX2" fmla="*/ 9525 w 749300"/>
                  <a:gd name="connsiteY2" fmla="*/ 76200 h 800100"/>
                  <a:gd name="connsiteX3" fmla="*/ 104775 w 749300"/>
                  <a:gd name="connsiteY3" fmla="*/ 0 h 800100"/>
                  <a:gd name="connsiteX4" fmla="*/ 650875 w 749300"/>
                  <a:gd name="connsiteY4" fmla="*/ 6350 h 800100"/>
                  <a:gd name="connsiteX5" fmla="*/ 749300 w 749300"/>
                  <a:gd name="connsiteY5" fmla="*/ 98425 h 800100"/>
                  <a:gd name="connsiteX6" fmla="*/ 749300 w 749300"/>
                  <a:gd name="connsiteY6" fmla="*/ 708025 h 800100"/>
                  <a:gd name="connsiteX7" fmla="*/ 603250 w 749300"/>
                  <a:gd name="connsiteY7" fmla="*/ 800100 h 800100"/>
                  <a:gd name="connsiteX8" fmla="*/ 597694 w 749300"/>
                  <a:gd name="connsiteY8" fmla="*/ 212724 h 800100"/>
                  <a:gd name="connsiteX9" fmla="*/ 552450 w 749300"/>
                  <a:gd name="connsiteY9" fmla="*/ 212725 h 800100"/>
                  <a:gd name="connsiteX10" fmla="*/ 559891 w 749300"/>
                  <a:gd name="connsiteY10" fmla="*/ 799107 h 800100"/>
                  <a:gd name="connsiteX11" fmla="*/ 184150 w 749300"/>
                  <a:gd name="connsiteY11" fmla="*/ 798116 h 800100"/>
                  <a:gd name="connsiteX12" fmla="*/ 177800 w 749300"/>
                  <a:gd name="connsiteY12" fmla="*/ 209550 h 800100"/>
                  <a:gd name="connsiteX13" fmla="*/ 133350 w 749300"/>
                  <a:gd name="connsiteY13" fmla="*/ 209550 h 800100"/>
                  <a:gd name="connsiteX14" fmla="*/ 136525 w 749300"/>
                  <a:gd name="connsiteY14" fmla="*/ 797718 h 800100"/>
                  <a:gd name="connsiteX0" fmla="*/ 136525 w 749300"/>
                  <a:gd name="connsiteY0" fmla="*/ 797718 h 800100"/>
                  <a:gd name="connsiteX1" fmla="*/ 0 w 749300"/>
                  <a:gd name="connsiteY1" fmla="*/ 727075 h 800100"/>
                  <a:gd name="connsiteX2" fmla="*/ 9525 w 749300"/>
                  <a:gd name="connsiteY2" fmla="*/ 76200 h 800100"/>
                  <a:gd name="connsiteX3" fmla="*/ 104775 w 749300"/>
                  <a:gd name="connsiteY3" fmla="*/ 0 h 800100"/>
                  <a:gd name="connsiteX4" fmla="*/ 650875 w 749300"/>
                  <a:gd name="connsiteY4" fmla="*/ 6350 h 800100"/>
                  <a:gd name="connsiteX5" fmla="*/ 749300 w 749300"/>
                  <a:gd name="connsiteY5" fmla="*/ 98425 h 800100"/>
                  <a:gd name="connsiteX6" fmla="*/ 749300 w 749300"/>
                  <a:gd name="connsiteY6" fmla="*/ 722610 h 800100"/>
                  <a:gd name="connsiteX7" fmla="*/ 603250 w 749300"/>
                  <a:gd name="connsiteY7" fmla="*/ 800100 h 800100"/>
                  <a:gd name="connsiteX8" fmla="*/ 597694 w 749300"/>
                  <a:gd name="connsiteY8" fmla="*/ 212724 h 800100"/>
                  <a:gd name="connsiteX9" fmla="*/ 552450 w 749300"/>
                  <a:gd name="connsiteY9" fmla="*/ 212725 h 800100"/>
                  <a:gd name="connsiteX10" fmla="*/ 559891 w 749300"/>
                  <a:gd name="connsiteY10" fmla="*/ 799107 h 800100"/>
                  <a:gd name="connsiteX11" fmla="*/ 184150 w 749300"/>
                  <a:gd name="connsiteY11" fmla="*/ 798116 h 800100"/>
                  <a:gd name="connsiteX12" fmla="*/ 177800 w 749300"/>
                  <a:gd name="connsiteY12" fmla="*/ 209550 h 800100"/>
                  <a:gd name="connsiteX13" fmla="*/ 133350 w 749300"/>
                  <a:gd name="connsiteY13" fmla="*/ 209550 h 800100"/>
                  <a:gd name="connsiteX14" fmla="*/ 136525 w 749300"/>
                  <a:gd name="connsiteY14" fmla="*/ 797718 h 800100"/>
                  <a:gd name="connsiteX0" fmla="*/ 136525 w 749300"/>
                  <a:gd name="connsiteY0" fmla="*/ 797718 h 800100"/>
                  <a:gd name="connsiteX1" fmla="*/ 0 w 749300"/>
                  <a:gd name="connsiteY1" fmla="*/ 727075 h 800100"/>
                  <a:gd name="connsiteX2" fmla="*/ 9525 w 749300"/>
                  <a:gd name="connsiteY2" fmla="*/ 76200 h 800100"/>
                  <a:gd name="connsiteX3" fmla="*/ 104775 w 749300"/>
                  <a:gd name="connsiteY3" fmla="*/ 0 h 800100"/>
                  <a:gd name="connsiteX4" fmla="*/ 650875 w 749300"/>
                  <a:gd name="connsiteY4" fmla="*/ 6350 h 800100"/>
                  <a:gd name="connsiteX5" fmla="*/ 749300 w 749300"/>
                  <a:gd name="connsiteY5" fmla="*/ 98425 h 800100"/>
                  <a:gd name="connsiteX6" fmla="*/ 749300 w 749300"/>
                  <a:gd name="connsiteY6" fmla="*/ 722610 h 800100"/>
                  <a:gd name="connsiteX7" fmla="*/ 603250 w 749300"/>
                  <a:gd name="connsiteY7" fmla="*/ 800100 h 800100"/>
                  <a:gd name="connsiteX8" fmla="*/ 597694 w 749300"/>
                  <a:gd name="connsiteY8" fmla="*/ 212724 h 800100"/>
                  <a:gd name="connsiteX9" fmla="*/ 552450 w 749300"/>
                  <a:gd name="connsiteY9" fmla="*/ 212725 h 800100"/>
                  <a:gd name="connsiteX10" fmla="*/ 559891 w 749300"/>
                  <a:gd name="connsiteY10" fmla="*/ 799107 h 800100"/>
                  <a:gd name="connsiteX11" fmla="*/ 184150 w 749300"/>
                  <a:gd name="connsiteY11" fmla="*/ 798116 h 800100"/>
                  <a:gd name="connsiteX12" fmla="*/ 177800 w 749300"/>
                  <a:gd name="connsiteY12" fmla="*/ 209550 h 800100"/>
                  <a:gd name="connsiteX13" fmla="*/ 133350 w 749300"/>
                  <a:gd name="connsiteY13" fmla="*/ 209550 h 800100"/>
                  <a:gd name="connsiteX14" fmla="*/ 136525 w 749300"/>
                  <a:gd name="connsiteY14" fmla="*/ 797718 h 800100"/>
                  <a:gd name="connsiteX0" fmla="*/ 136525 w 749300"/>
                  <a:gd name="connsiteY0" fmla="*/ 797718 h 800100"/>
                  <a:gd name="connsiteX1" fmla="*/ 0 w 749300"/>
                  <a:gd name="connsiteY1" fmla="*/ 727075 h 800100"/>
                  <a:gd name="connsiteX2" fmla="*/ 9525 w 749300"/>
                  <a:gd name="connsiteY2" fmla="*/ 76200 h 800100"/>
                  <a:gd name="connsiteX3" fmla="*/ 104775 w 749300"/>
                  <a:gd name="connsiteY3" fmla="*/ 0 h 800100"/>
                  <a:gd name="connsiteX4" fmla="*/ 648792 w 749300"/>
                  <a:gd name="connsiteY4" fmla="*/ 2183 h 800100"/>
                  <a:gd name="connsiteX5" fmla="*/ 749300 w 749300"/>
                  <a:gd name="connsiteY5" fmla="*/ 98425 h 800100"/>
                  <a:gd name="connsiteX6" fmla="*/ 749300 w 749300"/>
                  <a:gd name="connsiteY6" fmla="*/ 722610 h 800100"/>
                  <a:gd name="connsiteX7" fmla="*/ 603250 w 749300"/>
                  <a:gd name="connsiteY7" fmla="*/ 800100 h 800100"/>
                  <a:gd name="connsiteX8" fmla="*/ 597694 w 749300"/>
                  <a:gd name="connsiteY8" fmla="*/ 212724 h 800100"/>
                  <a:gd name="connsiteX9" fmla="*/ 552450 w 749300"/>
                  <a:gd name="connsiteY9" fmla="*/ 212725 h 800100"/>
                  <a:gd name="connsiteX10" fmla="*/ 559891 w 749300"/>
                  <a:gd name="connsiteY10" fmla="*/ 799107 h 800100"/>
                  <a:gd name="connsiteX11" fmla="*/ 184150 w 749300"/>
                  <a:gd name="connsiteY11" fmla="*/ 798116 h 800100"/>
                  <a:gd name="connsiteX12" fmla="*/ 177800 w 749300"/>
                  <a:gd name="connsiteY12" fmla="*/ 209550 h 800100"/>
                  <a:gd name="connsiteX13" fmla="*/ 133350 w 749300"/>
                  <a:gd name="connsiteY13" fmla="*/ 209550 h 800100"/>
                  <a:gd name="connsiteX14" fmla="*/ 136525 w 749300"/>
                  <a:gd name="connsiteY14" fmla="*/ 797718 h 800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49300" h="800100">
                    <a:moveTo>
                      <a:pt x="136525" y="797718"/>
                    </a:moveTo>
                    <a:cubicBezTo>
                      <a:pt x="57679" y="798776"/>
                      <a:pt x="31221" y="780786"/>
                      <a:pt x="0" y="727075"/>
                    </a:cubicBezTo>
                    <a:lnTo>
                      <a:pt x="9525" y="76200"/>
                    </a:lnTo>
                    <a:cubicBezTo>
                      <a:pt x="22225" y="43656"/>
                      <a:pt x="32544" y="6349"/>
                      <a:pt x="104775" y="0"/>
                    </a:cubicBezTo>
                    <a:lnTo>
                      <a:pt x="648792" y="2183"/>
                    </a:lnTo>
                    <a:cubicBezTo>
                      <a:pt x="712556" y="18588"/>
                      <a:pt x="733161" y="48683"/>
                      <a:pt x="749300" y="98425"/>
                    </a:cubicBezTo>
                    <a:lnTo>
                      <a:pt x="749300" y="722610"/>
                    </a:lnTo>
                    <a:cubicBezTo>
                      <a:pt x="695260" y="807475"/>
                      <a:pt x="661458" y="795602"/>
                      <a:pt x="603250" y="800100"/>
                    </a:cubicBezTo>
                    <a:cubicBezTo>
                      <a:pt x="602192" y="601927"/>
                      <a:pt x="598752" y="410897"/>
                      <a:pt x="597694" y="212724"/>
                    </a:cubicBezTo>
                    <a:cubicBezTo>
                      <a:pt x="599281" y="188911"/>
                      <a:pt x="548481" y="196056"/>
                      <a:pt x="552450" y="212725"/>
                    </a:cubicBezTo>
                    <a:cubicBezTo>
                      <a:pt x="554930" y="408186"/>
                      <a:pt x="557411" y="603646"/>
                      <a:pt x="559891" y="799107"/>
                    </a:cubicBezTo>
                    <a:lnTo>
                      <a:pt x="184150" y="798116"/>
                    </a:lnTo>
                    <a:cubicBezTo>
                      <a:pt x="182033" y="599149"/>
                      <a:pt x="179917" y="408517"/>
                      <a:pt x="177800" y="209550"/>
                    </a:cubicBezTo>
                    <a:cubicBezTo>
                      <a:pt x="174889" y="171450"/>
                      <a:pt x="131499" y="185737"/>
                      <a:pt x="133350" y="209550"/>
                    </a:cubicBezTo>
                    <a:cubicBezTo>
                      <a:pt x="131233" y="395817"/>
                      <a:pt x="129117" y="598751"/>
                      <a:pt x="136525" y="79771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a:p>
            </p:txBody>
          </p:sp>
          <p:sp>
            <p:nvSpPr>
              <p:cNvPr id="77" name="Oval 76"/>
              <p:cNvSpPr/>
              <p:nvPr/>
            </p:nvSpPr>
            <p:spPr>
              <a:xfrm>
                <a:off x="1744536" y="2667000"/>
                <a:ext cx="411480" cy="41148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a:p>
            </p:txBody>
          </p:sp>
        </p:grpSp>
      </p:grpSp>
      <p:grpSp>
        <p:nvGrpSpPr>
          <p:cNvPr id="80" name="Group 79"/>
          <p:cNvGrpSpPr/>
          <p:nvPr/>
        </p:nvGrpSpPr>
        <p:grpSpPr>
          <a:xfrm>
            <a:off x="3514310" y="1998844"/>
            <a:ext cx="661524" cy="436130"/>
            <a:chOff x="6030580" y="3035821"/>
            <a:chExt cx="661524" cy="436130"/>
          </a:xfrm>
          <a:solidFill>
            <a:schemeClr val="accent4"/>
          </a:solidFill>
        </p:grpSpPr>
        <p:grpSp>
          <p:nvGrpSpPr>
            <p:cNvPr id="81" name="Group 80"/>
            <p:cNvGrpSpPr/>
            <p:nvPr/>
          </p:nvGrpSpPr>
          <p:grpSpPr>
            <a:xfrm>
              <a:off x="6030580" y="3035821"/>
              <a:ext cx="272296" cy="436130"/>
              <a:chOff x="1522093" y="2667000"/>
              <a:chExt cx="856367" cy="1371624"/>
            </a:xfrm>
            <a:grpFill/>
          </p:grpSpPr>
          <p:sp>
            <p:nvSpPr>
              <p:cNvPr id="85" name="Freeform 84"/>
              <p:cNvSpPr/>
              <p:nvPr/>
            </p:nvSpPr>
            <p:spPr>
              <a:xfrm>
                <a:off x="1522093" y="3124199"/>
                <a:ext cx="856367" cy="914425"/>
              </a:xfrm>
              <a:custGeom>
                <a:avLst/>
                <a:gdLst>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0550 w 749300"/>
                  <a:gd name="connsiteY8" fmla="*/ 212725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0550 w 749300"/>
                  <a:gd name="connsiteY8" fmla="*/ 212725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0550 w 749300"/>
                  <a:gd name="connsiteY8" fmla="*/ 212725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0550 w 749300"/>
                  <a:gd name="connsiteY8" fmla="*/ 212725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0550 w 749300"/>
                  <a:gd name="connsiteY8" fmla="*/ 212725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600075 w 749300"/>
                  <a:gd name="connsiteY8" fmla="*/ 205581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600075 w 749300"/>
                  <a:gd name="connsiteY8" fmla="*/ 219868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3275"/>
                  <a:gd name="connsiteX1" fmla="*/ 0 w 749300"/>
                  <a:gd name="connsiteY1" fmla="*/ 727075 h 803275"/>
                  <a:gd name="connsiteX2" fmla="*/ 9525 w 749300"/>
                  <a:gd name="connsiteY2" fmla="*/ 76200 h 803275"/>
                  <a:gd name="connsiteX3" fmla="*/ 104775 w 749300"/>
                  <a:gd name="connsiteY3" fmla="*/ 0 h 803275"/>
                  <a:gd name="connsiteX4" fmla="*/ 650875 w 749300"/>
                  <a:gd name="connsiteY4" fmla="*/ 6350 h 803275"/>
                  <a:gd name="connsiteX5" fmla="*/ 749300 w 749300"/>
                  <a:gd name="connsiteY5" fmla="*/ 98425 h 803275"/>
                  <a:gd name="connsiteX6" fmla="*/ 749300 w 749300"/>
                  <a:gd name="connsiteY6" fmla="*/ 708025 h 803275"/>
                  <a:gd name="connsiteX7" fmla="*/ 603250 w 749300"/>
                  <a:gd name="connsiteY7" fmla="*/ 800100 h 803275"/>
                  <a:gd name="connsiteX8" fmla="*/ 597694 w 749300"/>
                  <a:gd name="connsiteY8" fmla="*/ 212724 h 803275"/>
                  <a:gd name="connsiteX9" fmla="*/ 552450 w 749300"/>
                  <a:gd name="connsiteY9" fmla="*/ 212725 h 803275"/>
                  <a:gd name="connsiteX10" fmla="*/ 561975 w 749300"/>
                  <a:gd name="connsiteY10" fmla="*/ 803275 h 803275"/>
                  <a:gd name="connsiteX11" fmla="*/ 184150 w 749300"/>
                  <a:gd name="connsiteY11" fmla="*/ 798116 h 803275"/>
                  <a:gd name="connsiteX12" fmla="*/ 177800 w 749300"/>
                  <a:gd name="connsiteY12" fmla="*/ 209550 h 803275"/>
                  <a:gd name="connsiteX13" fmla="*/ 133350 w 749300"/>
                  <a:gd name="connsiteY13" fmla="*/ 209550 h 803275"/>
                  <a:gd name="connsiteX14" fmla="*/ 136525 w 749300"/>
                  <a:gd name="connsiteY14" fmla="*/ 781050 h 803275"/>
                  <a:gd name="connsiteX0" fmla="*/ 136525 w 749300"/>
                  <a:gd name="connsiteY0" fmla="*/ 781050 h 800100"/>
                  <a:gd name="connsiteX1" fmla="*/ 0 w 749300"/>
                  <a:gd name="connsiteY1" fmla="*/ 727075 h 800100"/>
                  <a:gd name="connsiteX2" fmla="*/ 9525 w 749300"/>
                  <a:gd name="connsiteY2" fmla="*/ 76200 h 800100"/>
                  <a:gd name="connsiteX3" fmla="*/ 104775 w 749300"/>
                  <a:gd name="connsiteY3" fmla="*/ 0 h 800100"/>
                  <a:gd name="connsiteX4" fmla="*/ 650875 w 749300"/>
                  <a:gd name="connsiteY4" fmla="*/ 6350 h 800100"/>
                  <a:gd name="connsiteX5" fmla="*/ 749300 w 749300"/>
                  <a:gd name="connsiteY5" fmla="*/ 98425 h 800100"/>
                  <a:gd name="connsiteX6" fmla="*/ 749300 w 749300"/>
                  <a:gd name="connsiteY6" fmla="*/ 708025 h 800100"/>
                  <a:gd name="connsiteX7" fmla="*/ 603250 w 749300"/>
                  <a:gd name="connsiteY7" fmla="*/ 800100 h 800100"/>
                  <a:gd name="connsiteX8" fmla="*/ 597694 w 749300"/>
                  <a:gd name="connsiteY8" fmla="*/ 212724 h 800100"/>
                  <a:gd name="connsiteX9" fmla="*/ 552450 w 749300"/>
                  <a:gd name="connsiteY9" fmla="*/ 212725 h 800100"/>
                  <a:gd name="connsiteX10" fmla="*/ 559891 w 749300"/>
                  <a:gd name="connsiteY10" fmla="*/ 799107 h 800100"/>
                  <a:gd name="connsiteX11" fmla="*/ 184150 w 749300"/>
                  <a:gd name="connsiteY11" fmla="*/ 798116 h 800100"/>
                  <a:gd name="connsiteX12" fmla="*/ 177800 w 749300"/>
                  <a:gd name="connsiteY12" fmla="*/ 209550 h 800100"/>
                  <a:gd name="connsiteX13" fmla="*/ 133350 w 749300"/>
                  <a:gd name="connsiteY13" fmla="*/ 209550 h 800100"/>
                  <a:gd name="connsiteX14" fmla="*/ 136525 w 749300"/>
                  <a:gd name="connsiteY14" fmla="*/ 781050 h 800100"/>
                  <a:gd name="connsiteX0" fmla="*/ 136525 w 749300"/>
                  <a:gd name="connsiteY0" fmla="*/ 797718 h 800100"/>
                  <a:gd name="connsiteX1" fmla="*/ 0 w 749300"/>
                  <a:gd name="connsiteY1" fmla="*/ 727075 h 800100"/>
                  <a:gd name="connsiteX2" fmla="*/ 9525 w 749300"/>
                  <a:gd name="connsiteY2" fmla="*/ 76200 h 800100"/>
                  <a:gd name="connsiteX3" fmla="*/ 104775 w 749300"/>
                  <a:gd name="connsiteY3" fmla="*/ 0 h 800100"/>
                  <a:gd name="connsiteX4" fmla="*/ 650875 w 749300"/>
                  <a:gd name="connsiteY4" fmla="*/ 6350 h 800100"/>
                  <a:gd name="connsiteX5" fmla="*/ 749300 w 749300"/>
                  <a:gd name="connsiteY5" fmla="*/ 98425 h 800100"/>
                  <a:gd name="connsiteX6" fmla="*/ 749300 w 749300"/>
                  <a:gd name="connsiteY6" fmla="*/ 708025 h 800100"/>
                  <a:gd name="connsiteX7" fmla="*/ 603250 w 749300"/>
                  <a:gd name="connsiteY7" fmla="*/ 800100 h 800100"/>
                  <a:gd name="connsiteX8" fmla="*/ 597694 w 749300"/>
                  <a:gd name="connsiteY8" fmla="*/ 212724 h 800100"/>
                  <a:gd name="connsiteX9" fmla="*/ 552450 w 749300"/>
                  <a:gd name="connsiteY9" fmla="*/ 212725 h 800100"/>
                  <a:gd name="connsiteX10" fmla="*/ 559891 w 749300"/>
                  <a:gd name="connsiteY10" fmla="*/ 799107 h 800100"/>
                  <a:gd name="connsiteX11" fmla="*/ 184150 w 749300"/>
                  <a:gd name="connsiteY11" fmla="*/ 798116 h 800100"/>
                  <a:gd name="connsiteX12" fmla="*/ 177800 w 749300"/>
                  <a:gd name="connsiteY12" fmla="*/ 209550 h 800100"/>
                  <a:gd name="connsiteX13" fmla="*/ 133350 w 749300"/>
                  <a:gd name="connsiteY13" fmla="*/ 209550 h 800100"/>
                  <a:gd name="connsiteX14" fmla="*/ 136525 w 749300"/>
                  <a:gd name="connsiteY14" fmla="*/ 797718 h 800100"/>
                  <a:gd name="connsiteX0" fmla="*/ 136525 w 749300"/>
                  <a:gd name="connsiteY0" fmla="*/ 797718 h 800100"/>
                  <a:gd name="connsiteX1" fmla="*/ 0 w 749300"/>
                  <a:gd name="connsiteY1" fmla="*/ 727075 h 800100"/>
                  <a:gd name="connsiteX2" fmla="*/ 9525 w 749300"/>
                  <a:gd name="connsiteY2" fmla="*/ 76200 h 800100"/>
                  <a:gd name="connsiteX3" fmla="*/ 104775 w 749300"/>
                  <a:gd name="connsiteY3" fmla="*/ 0 h 800100"/>
                  <a:gd name="connsiteX4" fmla="*/ 650875 w 749300"/>
                  <a:gd name="connsiteY4" fmla="*/ 6350 h 800100"/>
                  <a:gd name="connsiteX5" fmla="*/ 749300 w 749300"/>
                  <a:gd name="connsiteY5" fmla="*/ 98425 h 800100"/>
                  <a:gd name="connsiteX6" fmla="*/ 749300 w 749300"/>
                  <a:gd name="connsiteY6" fmla="*/ 722610 h 800100"/>
                  <a:gd name="connsiteX7" fmla="*/ 603250 w 749300"/>
                  <a:gd name="connsiteY7" fmla="*/ 800100 h 800100"/>
                  <a:gd name="connsiteX8" fmla="*/ 597694 w 749300"/>
                  <a:gd name="connsiteY8" fmla="*/ 212724 h 800100"/>
                  <a:gd name="connsiteX9" fmla="*/ 552450 w 749300"/>
                  <a:gd name="connsiteY9" fmla="*/ 212725 h 800100"/>
                  <a:gd name="connsiteX10" fmla="*/ 559891 w 749300"/>
                  <a:gd name="connsiteY10" fmla="*/ 799107 h 800100"/>
                  <a:gd name="connsiteX11" fmla="*/ 184150 w 749300"/>
                  <a:gd name="connsiteY11" fmla="*/ 798116 h 800100"/>
                  <a:gd name="connsiteX12" fmla="*/ 177800 w 749300"/>
                  <a:gd name="connsiteY12" fmla="*/ 209550 h 800100"/>
                  <a:gd name="connsiteX13" fmla="*/ 133350 w 749300"/>
                  <a:gd name="connsiteY13" fmla="*/ 209550 h 800100"/>
                  <a:gd name="connsiteX14" fmla="*/ 136525 w 749300"/>
                  <a:gd name="connsiteY14" fmla="*/ 797718 h 800100"/>
                  <a:gd name="connsiteX0" fmla="*/ 136525 w 749300"/>
                  <a:gd name="connsiteY0" fmla="*/ 797718 h 800100"/>
                  <a:gd name="connsiteX1" fmla="*/ 0 w 749300"/>
                  <a:gd name="connsiteY1" fmla="*/ 727075 h 800100"/>
                  <a:gd name="connsiteX2" fmla="*/ 9525 w 749300"/>
                  <a:gd name="connsiteY2" fmla="*/ 76200 h 800100"/>
                  <a:gd name="connsiteX3" fmla="*/ 104775 w 749300"/>
                  <a:gd name="connsiteY3" fmla="*/ 0 h 800100"/>
                  <a:gd name="connsiteX4" fmla="*/ 650875 w 749300"/>
                  <a:gd name="connsiteY4" fmla="*/ 6350 h 800100"/>
                  <a:gd name="connsiteX5" fmla="*/ 749300 w 749300"/>
                  <a:gd name="connsiteY5" fmla="*/ 98425 h 800100"/>
                  <a:gd name="connsiteX6" fmla="*/ 749300 w 749300"/>
                  <a:gd name="connsiteY6" fmla="*/ 722610 h 800100"/>
                  <a:gd name="connsiteX7" fmla="*/ 603250 w 749300"/>
                  <a:gd name="connsiteY7" fmla="*/ 800100 h 800100"/>
                  <a:gd name="connsiteX8" fmla="*/ 597694 w 749300"/>
                  <a:gd name="connsiteY8" fmla="*/ 212724 h 800100"/>
                  <a:gd name="connsiteX9" fmla="*/ 552450 w 749300"/>
                  <a:gd name="connsiteY9" fmla="*/ 212725 h 800100"/>
                  <a:gd name="connsiteX10" fmla="*/ 559891 w 749300"/>
                  <a:gd name="connsiteY10" fmla="*/ 799107 h 800100"/>
                  <a:gd name="connsiteX11" fmla="*/ 184150 w 749300"/>
                  <a:gd name="connsiteY11" fmla="*/ 798116 h 800100"/>
                  <a:gd name="connsiteX12" fmla="*/ 177800 w 749300"/>
                  <a:gd name="connsiteY12" fmla="*/ 209550 h 800100"/>
                  <a:gd name="connsiteX13" fmla="*/ 133350 w 749300"/>
                  <a:gd name="connsiteY13" fmla="*/ 209550 h 800100"/>
                  <a:gd name="connsiteX14" fmla="*/ 136525 w 749300"/>
                  <a:gd name="connsiteY14" fmla="*/ 797718 h 800100"/>
                  <a:gd name="connsiteX0" fmla="*/ 136525 w 749300"/>
                  <a:gd name="connsiteY0" fmla="*/ 797718 h 800100"/>
                  <a:gd name="connsiteX1" fmla="*/ 0 w 749300"/>
                  <a:gd name="connsiteY1" fmla="*/ 727075 h 800100"/>
                  <a:gd name="connsiteX2" fmla="*/ 9525 w 749300"/>
                  <a:gd name="connsiteY2" fmla="*/ 76200 h 800100"/>
                  <a:gd name="connsiteX3" fmla="*/ 104775 w 749300"/>
                  <a:gd name="connsiteY3" fmla="*/ 0 h 800100"/>
                  <a:gd name="connsiteX4" fmla="*/ 648792 w 749300"/>
                  <a:gd name="connsiteY4" fmla="*/ 2183 h 800100"/>
                  <a:gd name="connsiteX5" fmla="*/ 749300 w 749300"/>
                  <a:gd name="connsiteY5" fmla="*/ 98425 h 800100"/>
                  <a:gd name="connsiteX6" fmla="*/ 749300 w 749300"/>
                  <a:gd name="connsiteY6" fmla="*/ 722610 h 800100"/>
                  <a:gd name="connsiteX7" fmla="*/ 603250 w 749300"/>
                  <a:gd name="connsiteY7" fmla="*/ 800100 h 800100"/>
                  <a:gd name="connsiteX8" fmla="*/ 597694 w 749300"/>
                  <a:gd name="connsiteY8" fmla="*/ 212724 h 800100"/>
                  <a:gd name="connsiteX9" fmla="*/ 552450 w 749300"/>
                  <a:gd name="connsiteY9" fmla="*/ 212725 h 800100"/>
                  <a:gd name="connsiteX10" fmla="*/ 559891 w 749300"/>
                  <a:gd name="connsiteY10" fmla="*/ 799107 h 800100"/>
                  <a:gd name="connsiteX11" fmla="*/ 184150 w 749300"/>
                  <a:gd name="connsiteY11" fmla="*/ 798116 h 800100"/>
                  <a:gd name="connsiteX12" fmla="*/ 177800 w 749300"/>
                  <a:gd name="connsiteY12" fmla="*/ 209550 h 800100"/>
                  <a:gd name="connsiteX13" fmla="*/ 133350 w 749300"/>
                  <a:gd name="connsiteY13" fmla="*/ 209550 h 800100"/>
                  <a:gd name="connsiteX14" fmla="*/ 136525 w 749300"/>
                  <a:gd name="connsiteY14" fmla="*/ 797718 h 800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49300" h="800100">
                    <a:moveTo>
                      <a:pt x="136525" y="797718"/>
                    </a:moveTo>
                    <a:cubicBezTo>
                      <a:pt x="57679" y="798776"/>
                      <a:pt x="31221" y="780786"/>
                      <a:pt x="0" y="727075"/>
                    </a:cubicBezTo>
                    <a:lnTo>
                      <a:pt x="9525" y="76200"/>
                    </a:lnTo>
                    <a:cubicBezTo>
                      <a:pt x="22225" y="43656"/>
                      <a:pt x="32544" y="6349"/>
                      <a:pt x="104775" y="0"/>
                    </a:cubicBezTo>
                    <a:lnTo>
                      <a:pt x="648792" y="2183"/>
                    </a:lnTo>
                    <a:cubicBezTo>
                      <a:pt x="712556" y="18588"/>
                      <a:pt x="733161" y="48683"/>
                      <a:pt x="749300" y="98425"/>
                    </a:cubicBezTo>
                    <a:lnTo>
                      <a:pt x="749300" y="722610"/>
                    </a:lnTo>
                    <a:cubicBezTo>
                      <a:pt x="695260" y="807475"/>
                      <a:pt x="661458" y="795602"/>
                      <a:pt x="603250" y="800100"/>
                    </a:cubicBezTo>
                    <a:cubicBezTo>
                      <a:pt x="602192" y="601927"/>
                      <a:pt x="598752" y="410897"/>
                      <a:pt x="597694" y="212724"/>
                    </a:cubicBezTo>
                    <a:cubicBezTo>
                      <a:pt x="599281" y="188911"/>
                      <a:pt x="548481" y="196056"/>
                      <a:pt x="552450" y="212725"/>
                    </a:cubicBezTo>
                    <a:cubicBezTo>
                      <a:pt x="554930" y="408186"/>
                      <a:pt x="557411" y="603646"/>
                      <a:pt x="559891" y="799107"/>
                    </a:cubicBezTo>
                    <a:lnTo>
                      <a:pt x="184150" y="798116"/>
                    </a:lnTo>
                    <a:cubicBezTo>
                      <a:pt x="182033" y="599149"/>
                      <a:pt x="179917" y="408517"/>
                      <a:pt x="177800" y="209550"/>
                    </a:cubicBezTo>
                    <a:cubicBezTo>
                      <a:pt x="174889" y="171450"/>
                      <a:pt x="131499" y="185737"/>
                      <a:pt x="133350" y="209550"/>
                    </a:cubicBezTo>
                    <a:cubicBezTo>
                      <a:pt x="131233" y="395817"/>
                      <a:pt x="129117" y="598751"/>
                      <a:pt x="136525" y="79771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a:p>
            </p:txBody>
          </p:sp>
          <p:sp>
            <p:nvSpPr>
              <p:cNvPr id="86" name="Oval 85"/>
              <p:cNvSpPr/>
              <p:nvPr/>
            </p:nvSpPr>
            <p:spPr>
              <a:xfrm>
                <a:off x="1744536" y="2667000"/>
                <a:ext cx="411480" cy="41148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a:p>
            </p:txBody>
          </p:sp>
        </p:grpSp>
        <p:grpSp>
          <p:nvGrpSpPr>
            <p:cNvPr id="82" name="Group 81"/>
            <p:cNvGrpSpPr/>
            <p:nvPr/>
          </p:nvGrpSpPr>
          <p:grpSpPr>
            <a:xfrm>
              <a:off x="6419808" y="3035821"/>
              <a:ext cx="272296" cy="436130"/>
              <a:chOff x="1522093" y="2667000"/>
              <a:chExt cx="856367" cy="1371624"/>
            </a:xfrm>
            <a:grpFill/>
          </p:grpSpPr>
          <p:sp>
            <p:nvSpPr>
              <p:cNvPr id="83" name="Freeform 82"/>
              <p:cNvSpPr/>
              <p:nvPr/>
            </p:nvSpPr>
            <p:spPr>
              <a:xfrm>
                <a:off x="1522093" y="3124199"/>
                <a:ext cx="856367" cy="914425"/>
              </a:xfrm>
              <a:custGeom>
                <a:avLst/>
                <a:gdLst>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0550 w 749300"/>
                  <a:gd name="connsiteY8" fmla="*/ 212725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0550 w 749300"/>
                  <a:gd name="connsiteY8" fmla="*/ 212725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0550 w 749300"/>
                  <a:gd name="connsiteY8" fmla="*/ 212725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0550 w 749300"/>
                  <a:gd name="connsiteY8" fmla="*/ 212725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0550 w 749300"/>
                  <a:gd name="connsiteY8" fmla="*/ 212725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600075 w 749300"/>
                  <a:gd name="connsiteY8" fmla="*/ 205581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600075 w 749300"/>
                  <a:gd name="connsiteY8" fmla="*/ 219868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3275"/>
                  <a:gd name="connsiteX1" fmla="*/ 0 w 749300"/>
                  <a:gd name="connsiteY1" fmla="*/ 727075 h 803275"/>
                  <a:gd name="connsiteX2" fmla="*/ 9525 w 749300"/>
                  <a:gd name="connsiteY2" fmla="*/ 76200 h 803275"/>
                  <a:gd name="connsiteX3" fmla="*/ 104775 w 749300"/>
                  <a:gd name="connsiteY3" fmla="*/ 0 h 803275"/>
                  <a:gd name="connsiteX4" fmla="*/ 650875 w 749300"/>
                  <a:gd name="connsiteY4" fmla="*/ 6350 h 803275"/>
                  <a:gd name="connsiteX5" fmla="*/ 749300 w 749300"/>
                  <a:gd name="connsiteY5" fmla="*/ 98425 h 803275"/>
                  <a:gd name="connsiteX6" fmla="*/ 749300 w 749300"/>
                  <a:gd name="connsiteY6" fmla="*/ 708025 h 803275"/>
                  <a:gd name="connsiteX7" fmla="*/ 603250 w 749300"/>
                  <a:gd name="connsiteY7" fmla="*/ 800100 h 803275"/>
                  <a:gd name="connsiteX8" fmla="*/ 597694 w 749300"/>
                  <a:gd name="connsiteY8" fmla="*/ 212724 h 803275"/>
                  <a:gd name="connsiteX9" fmla="*/ 552450 w 749300"/>
                  <a:gd name="connsiteY9" fmla="*/ 212725 h 803275"/>
                  <a:gd name="connsiteX10" fmla="*/ 561975 w 749300"/>
                  <a:gd name="connsiteY10" fmla="*/ 803275 h 803275"/>
                  <a:gd name="connsiteX11" fmla="*/ 184150 w 749300"/>
                  <a:gd name="connsiteY11" fmla="*/ 798116 h 803275"/>
                  <a:gd name="connsiteX12" fmla="*/ 177800 w 749300"/>
                  <a:gd name="connsiteY12" fmla="*/ 209550 h 803275"/>
                  <a:gd name="connsiteX13" fmla="*/ 133350 w 749300"/>
                  <a:gd name="connsiteY13" fmla="*/ 209550 h 803275"/>
                  <a:gd name="connsiteX14" fmla="*/ 136525 w 749300"/>
                  <a:gd name="connsiteY14" fmla="*/ 781050 h 803275"/>
                  <a:gd name="connsiteX0" fmla="*/ 136525 w 749300"/>
                  <a:gd name="connsiteY0" fmla="*/ 781050 h 800100"/>
                  <a:gd name="connsiteX1" fmla="*/ 0 w 749300"/>
                  <a:gd name="connsiteY1" fmla="*/ 727075 h 800100"/>
                  <a:gd name="connsiteX2" fmla="*/ 9525 w 749300"/>
                  <a:gd name="connsiteY2" fmla="*/ 76200 h 800100"/>
                  <a:gd name="connsiteX3" fmla="*/ 104775 w 749300"/>
                  <a:gd name="connsiteY3" fmla="*/ 0 h 800100"/>
                  <a:gd name="connsiteX4" fmla="*/ 650875 w 749300"/>
                  <a:gd name="connsiteY4" fmla="*/ 6350 h 800100"/>
                  <a:gd name="connsiteX5" fmla="*/ 749300 w 749300"/>
                  <a:gd name="connsiteY5" fmla="*/ 98425 h 800100"/>
                  <a:gd name="connsiteX6" fmla="*/ 749300 w 749300"/>
                  <a:gd name="connsiteY6" fmla="*/ 708025 h 800100"/>
                  <a:gd name="connsiteX7" fmla="*/ 603250 w 749300"/>
                  <a:gd name="connsiteY7" fmla="*/ 800100 h 800100"/>
                  <a:gd name="connsiteX8" fmla="*/ 597694 w 749300"/>
                  <a:gd name="connsiteY8" fmla="*/ 212724 h 800100"/>
                  <a:gd name="connsiteX9" fmla="*/ 552450 w 749300"/>
                  <a:gd name="connsiteY9" fmla="*/ 212725 h 800100"/>
                  <a:gd name="connsiteX10" fmla="*/ 559891 w 749300"/>
                  <a:gd name="connsiteY10" fmla="*/ 799107 h 800100"/>
                  <a:gd name="connsiteX11" fmla="*/ 184150 w 749300"/>
                  <a:gd name="connsiteY11" fmla="*/ 798116 h 800100"/>
                  <a:gd name="connsiteX12" fmla="*/ 177800 w 749300"/>
                  <a:gd name="connsiteY12" fmla="*/ 209550 h 800100"/>
                  <a:gd name="connsiteX13" fmla="*/ 133350 w 749300"/>
                  <a:gd name="connsiteY13" fmla="*/ 209550 h 800100"/>
                  <a:gd name="connsiteX14" fmla="*/ 136525 w 749300"/>
                  <a:gd name="connsiteY14" fmla="*/ 781050 h 800100"/>
                  <a:gd name="connsiteX0" fmla="*/ 136525 w 749300"/>
                  <a:gd name="connsiteY0" fmla="*/ 797718 h 800100"/>
                  <a:gd name="connsiteX1" fmla="*/ 0 w 749300"/>
                  <a:gd name="connsiteY1" fmla="*/ 727075 h 800100"/>
                  <a:gd name="connsiteX2" fmla="*/ 9525 w 749300"/>
                  <a:gd name="connsiteY2" fmla="*/ 76200 h 800100"/>
                  <a:gd name="connsiteX3" fmla="*/ 104775 w 749300"/>
                  <a:gd name="connsiteY3" fmla="*/ 0 h 800100"/>
                  <a:gd name="connsiteX4" fmla="*/ 650875 w 749300"/>
                  <a:gd name="connsiteY4" fmla="*/ 6350 h 800100"/>
                  <a:gd name="connsiteX5" fmla="*/ 749300 w 749300"/>
                  <a:gd name="connsiteY5" fmla="*/ 98425 h 800100"/>
                  <a:gd name="connsiteX6" fmla="*/ 749300 w 749300"/>
                  <a:gd name="connsiteY6" fmla="*/ 708025 h 800100"/>
                  <a:gd name="connsiteX7" fmla="*/ 603250 w 749300"/>
                  <a:gd name="connsiteY7" fmla="*/ 800100 h 800100"/>
                  <a:gd name="connsiteX8" fmla="*/ 597694 w 749300"/>
                  <a:gd name="connsiteY8" fmla="*/ 212724 h 800100"/>
                  <a:gd name="connsiteX9" fmla="*/ 552450 w 749300"/>
                  <a:gd name="connsiteY9" fmla="*/ 212725 h 800100"/>
                  <a:gd name="connsiteX10" fmla="*/ 559891 w 749300"/>
                  <a:gd name="connsiteY10" fmla="*/ 799107 h 800100"/>
                  <a:gd name="connsiteX11" fmla="*/ 184150 w 749300"/>
                  <a:gd name="connsiteY11" fmla="*/ 798116 h 800100"/>
                  <a:gd name="connsiteX12" fmla="*/ 177800 w 749300"/>
                  <a:gd name="connsiteY12" fmla="*/ 209550 h 800100"/>
                  <a:gd name="connsiteX13" fmla="*/ 133350 w 749300"/>
                  <a:gd name="connsiteY13" fmla="*/ 209550 h 800100"/>
                  <a:gd name="connsiteX14" fmla="*/ 136525 w 749300"/>
                  <a:gd name="connsiteY14" fmla="*/ 797718 h 800100"/>
                  <a:gd name="connsiteX0" fmla="*/ 136525 w 749300"/>
                  <a:gd name="connsiteY0" fmla="*/ 797718 h 800100"/>
                  <a:gd name="connsiteX1" fmla="*/ 0 w 749300"/>
                  <a:gd name="connsiteY1" fmla="*/ 727075 h 800100"/>
                  <a:gd name="connsiteX2" fmla="*/ 9525 w 749300"/>
                  <a:gd name="connsiteY2" fmla="*/ 76200 h 800100"/>
                  <a:gd name="connsiteX3" fmla="*/ 104775 w 749300"/>
                  <a:gd name="connsiteY3" fmla="*/ 0 h 800100"/>
                  <a:gd name="connsiteX4" fmla="*/ 650875 w 749300"/>
                  <a:gd name="connsiteY4" fmla="*/ 6350 h 800100"/>
                  <a:gd name="connsiteX5" fmla="*/ 749300 w 749300"/>
                  <a:gd name="connsiteY5" fmla="*/ 98425 h 800100"/>
                  <a:gd name="connsiteX6" fmla="*/ 749300 w 749300"/>
                  <a:gd name="connsiteY6" fmla="*/ 722610 h 800100"/>
                  <a:gd name="connsiteX7" fmla="*/ 603250 w 749300"/>
                  <a:gd name="connsiteY7" fmla="*/ 800100 h 800100"/>
                  <a:gd name="connsiteX8" fmla="*/ 597694 w 749300"/>
                  <a:gd name="connsiteY8" fmla="*/ 212724 h 800100"/>
                  <a:gd name="connsiteX9" fmla="*/ 552450 w 749300"/>
                  <a:gd name="connsiteY9" fmla="*/ 212725 h 800100"/>
                  <a:gd name="connsiteX10" fmla="*/ 559891 w 749300"/>
                  <a:gd name="connsiteY10" fmla="*/ 799107 h 800100"/>
                  <a:gd name="connsiteX11" fmla="*/ 184150 w 749300"/>
                  <a:gd name="connsiteY11" fmla="*/ 798116 h 800100"/>
                  <a:gd name="connsiteX12" fmla="*/ 177800 w 749300"/>
                  <a:gd name="connsiteY12" fmla="*/ 209550 h 800100"/>
                  <a:gd name="connsiteX13" fmla="*/ 133350 w 749300"/>
                  <a:gd name="connsiteY13" fmla="*/ 209550 h 800100"/>
                  <a:gd name="connsiteX14" fmla="*/ 136525 w 749300"/>
                  <a:gd name="connsiteY14" fmla="*/ 797718 h 800100"/>
                  <a:gd name="connsiteX0" fmla="*/ 136525 w 749300"/>
                  <a:gd name="connsiteY0" fmla="*/ 797718 h 800100"/>
                  <a:gd name="connsiteX1" fmla="*/ 0 w 749300"/>
                  <a:gd name="connsiteY1" fmla="*/ 727075 h 800100"/>
                  <a:gd name="connsiteX2" fmla="*/ 9525 w 749300"/>
                  <a:gd name="connsiteY2" fmla="*/ 76200 h 800100"/>
                  <a:gd name="connsiteX3" fmla="*/ 104775 w 749300"/>
                  <a:gd name="connsiteY3" fmla="*/ 0 h 800100"/>
                  <a:gd name="connsiteX4" fmla="*/ 650875 w 749300"/>
                  <a:gd name="connsiteY4" fmla="*/ 6350 h 800100"/>
                  <a:gd name="connsiteX5" fmla="*/ 749300 w 749300"/>
                  <a:gd name="connsiteY5" fmla="*/ 98425 h 800100"/>
                  <a:gd name="connsiteX6" fmla="*/ 749300 w 749300"/>
                  <a:gd name="connsiteY6" fmla="*/ 722610 h 800100"/>
                  <a:gd name="connsiteX7" fmla="*/ 603250 w 749300"/>
                  <a:gd name="connsiteY7" fmla="*/ 800100 h 800100"/>
                  <a:gd name="connsiteX8" fmla="*/ 597694 w 749300"/>
                  <a:gd name="connsiteY8" fmla="*/ 212724 h 800100"/>
                  <a:gd name="connsiteX9" fmla="*/ 552450 w 749300"/>
                  <a:gd name="connsiteY9" fmla="*/ 212725 h 800100"/>
                  <a:gd name="connsiteX10" fmla="*/ 559891 w 749300"/>
                  <a:gd name="connsiteY10" fmla="*/ 799107 h 800100"/>
                  <a:gd name="connsiteX11" fmla="*/ 184150 w 749300"/>
                  <a:gd name="connsiteY11" fmla="*/ 798116 h 800100"/>
                  <a:gd name="connsiteX12" fmla="*/ 177800 w 749300"/>
                  <a:gd name="connsiteY12" fmla="*/ 209550 h 800100"/>
                  <a:gd name="connsiteX13" fmla="*/ 133350 w 749300"/>
                  <a:gd name="connsiteY13" fmla="*/ 209550 h 800100"/>
                  <a:gd name="connsiteX14" fmla="*/ 136525 w 749300"/>
                  <a:gd name="connsiteY14" fmla="*/ 797718 h 800100"/>
                  <a:gd name="connsiteX0" fmla="*/ 136525 w 749300"/>
                  <a:gd name="connsiteY0" fmla="*/ 797718 h 800100"/>
                  <a:gd name="connsiteX1" fmla="*/ 0 w 749300"/>
                  <a:gd name="connsiteY1" fmla="*/ 727075 h 800100"/>
                  <a:gd name="connsiteX2" fmla="*/ 9525 w 749300"/>
                  <a:gd name="connsiteY2" fmla="*/ 76200 h 800100"/>
                  <a:gd name="connsiteX3" fmla="*/ 104775 w 749300"/>
                  <a:gd name="connsiteY3" fmla="*/ 0 h 800100"/>
                  <a:gd name="connsiteX4" fmla="*/ 648792 w 749300"/>
                  <a:gd name="connsiteY4" fmla="*/ 2183 h 800100"/>
                  <a:gd name="connsiteX5" fmla="*/ 749300 w 749300"/>
                  <a:gd name="connsiteY5" fmla="*/ 98425 h 800100"/>
                  <a:gd name="connsiteX6" fmla="*/ 749300 w 749300"/>
                  <a:gd name="connsiteY6" fmla="*/ 722610 h 800100"/>
                  <a:gd name="connsiteX7" fmla="*/ 603250 w 749300"/>
                  <a:gd name="connsiteY7" fmla="*/ 800100 h 800100"/>
                  <a:gd name="connsiteX8" fmla="*/ 597694 w 749300"/>
                  <a:gd name="connsiteY8" fmla="*/ 212724 h 800100"/>
                  <a:gd name="connsiteX9" fmla="*/ 552450 w 749300"/>
                  <a:gd name="connsiteY9" fmla="*/ 212725 h 800100"/>
                  <a:gd name="connsiteX10" fmla="*/ 559891 w 749300"/>
                  <a:gd name="connsiteY10" fmla="*/ 799107 h 800100"/>
                  <a:gd name="connsiteX11" fmla="*/ 184150 w 749300"/>
                  <a:gd name="connsiteY11" fmla="*/ 798116 h 800100"/>
                  <a:gd name="connsiteX12" fmla="*/ 177800 w 749300"/>
                  <a:gd name="connsiteY12" fmla="*/ 209550 h 800100"/>
                  <a:gd name="connsiteX13" fmla="*/ 133350 w 749300"/>
                  <a:gd name="connsiteY13" fmla="*/ 209550 h 800100"/>
                  <a:gd name="connsiteX14" fmla="*/ 136525 w 749300"/>
                  <a:gd name="connsiteY14" fmla="*/ 797718 h 800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49300" h="800100">
                    <a:moveTo>
                      <a:pt x="136525" y="797718"/>
                    </a:moveTo>
                    <a:cubicBezTo>
                      <a:pt x="57679" y="798776"/>
                      <a:pt x="31221" y="780786"/>
                      <a:pt x="0" y="727075"/>
                    </a:cubicBezTo>
                    <a:lnTo>
                      <a:pt x="9525" y="76200"/>
                    </a:lnTo>
                    <a:cubicBezTo>
                      <a:pt x="22225" y="43656"/>
                      <a:pt x="32544" y="6349"/>
                      <a:pt x="104775" y="0"/>
                    </a:cubicBezTo>
                    <a:lnTo>
                      <a:pt x="648792" y="2183"/>
                    </a:lnTo>
                    <a:cubicBezTo>
                      <a:pt x="712556" y="18588"/>
                      <a:pt x="733161" y="48683"/>
                      <a:pt x="749300" y="98425"/>
                    </a:cubicBezTo>
                    <a:lnTo>
                      <a:pt x="749300" y="722610"/>
                    </a:lnTo>
                    <a:cubicBezTo>
                      <a:pt x="695260" y="807475"/>
                      <a:pt x="661458" y="795602"/>
                      <a:pt x="603250" y="800100"/>
                    </a:cubicBezTo>
                    <a:cubicBezTo>
                      <a:pt x="602192" y="601927"/>
                      <a:pt x="598752" y="410897"/>
                      <a:pt x="597694" y="212724"/>
                    </a:cubicBezTo>
                    <a:cubicBezTo>
                      <a:pt x="599281" y="188911"/>
                      <a:pt x="548481" y="196056"/>
                      <a:pt x="552450" y="212725"/>
                    </a:cubicBezTo>
                    <a:cubicBezTo>
                      <a:pt x="554930" y="408186"/>
                      <a:pt x="557411" y="603646"/>
                      <a:pt x="559891" y="799107"/>
                    </a:cubicBezTo>
                    <a:lnTo>
                      <a:pt x="184150" y="798116"/>
                    </a:lnTo>
                    <a:cubicBezTo>
                      <a:pt x="182033" y="599149"/>
                      <a:pt x="179917" y="408517"/>
                      <a:pt x="177800" y="209550"/>
                    </a:cubicBezTo>
                    <a:cubicBezTo>
                      <a:pt x="174889" y="171450"/>
                      <a:pt x="131499" y="185737"/>
                      <a:pt x="133350" y="209550"/>
                    </a:cubicBezTo>
                    <a:cubicBezTo>
                      <a:pt x="131233" y="395817"/>
                      <a:pt x="129117" y="598751"/>
                      <a:pt x="136525" y="79771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a:p>
            </p:txBody>
          </p:sp>
          <p:sp>
            <p:nvSpPr>
              <p:cNvPr id="84" name="Oval 83"/>
              <p:cNvSpPr/>
              <p:nvPr/>
            </p:nvSpPr>
            <p:spPr>
              <a:xfrm>
                <a:off x="1744536" y="2667000"/>
                <a:ext cx="411480" cy="41148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a:p>
            </p:txBody>
          </p:sp>
        </p:grpSp>
      </p:grpSp>
      <p:grpSp>
        <p:nvGrpSpPr>
          <p:cNvPr id="87" name="Group 86"/>
          <p:cNvGrpSpPr/>
          <p:nvPr/>
        </p:nvGrpSpPr>
        <p:grpSpPr>
          <a:xfrm>
            <a:off x="4936981" y="1998844"/>
            <a:ext cx="661524" cy="436130"/>
            <a:chOff x="6030580" y="3035821"/>
            <a:chExt cx="661524" cy="436130"/>
          </a:xfrm>
          <a:solidFill>
            <a:schemeClr val="accent5"/>
          </a:solidFill>
        </p:grpSpPr>
        <p:grpSp>
          <p:nvGrpSpPr>
            <p:cNvPr id="88" name="Group 87"/>
            <p:cNvGrpSpPr/>
            <p:nvPr/>
          </p:nvGrpSpPr>
          <p:grpSpPr>
            <a:xfrm>
              <a:off x="6030580" y="3035821"/>
              <a:ext cx="272296" cy="436130"/>
              <a:chOff x="1522093" y="2667000"/>
              <a:chExt cx="856367" cy="1371624"/>
            </a:xfrm>
            <a:grpFill/>
          </p:grpSpPr>
          <p:sp>
            <p:nvSpPr>
              <p:cNvPr id="92" name="Freeform 91"/>
              <p:cNvSpPr/>
              <p:nvPr/>
            </p:nvSpPr>
            <p:spPr>
              <a:xfrm>
                <a:off x="1522093" y="3124199"/>
                <a:ext cx="856367" cy="914425"/>
              </a:xfrm>
              <a:custGeom>
                <a:avLst/>
                <a:gdLst>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0550 w 749300"/>
                  <a:gd name="connsiteY8" fmla="*/ 212725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0550 w 749300"/>
                  <a:gd name="connsiteY8" fmla="*/ 212725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0550 w 749300"/>
                  <a:gd name="connsiteY8" fmla="*/ 212725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0550 w 749300"/>
                  <a:gd name="connsiteY8" fmla="*/ 212725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0550 w 749300"/>
                  <a:gd name="connsiteY8" fmla="*/ 212725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600075 w 749300"/>
                  <a:gd name="connsiteY8" fmla="*/ 205581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600075 w 749300"/>
                  <a:gd name="connsiteY8" fmla="*/ 219868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3275"/>
                  <a:gd name="connsiteX1" fmla="*/ 0 w 749300"/>
                  <a:gd name="connsiteY1" fmla="*/ 727075 h 803275"/>
                  <a:gd name="connsiteX2" fmla="*/ 9525 w 749300"/>
                  <a:gd name="connsiteY2" fmla="*/ 76200 h 803275"/>
                  <a:gd name="connsiteX3" fmla="*/ 104775 w 749300"/>
                  <a:gd name="connsiteY3" fmla="*/ 0 h 803275"/>
                  <a:gd name="connsiteX4" fmla="*/ 650875 w 749300"/>
                  <a:gd name="connsiteY4" fmla="*/ 6350 h 803275"/>
                  <a:gd name="connsiteX5" fmla="*/ 749300 w 749300"/>
                  <a:gd name="connsiteY5" fmla="*/ 98425 h 803275"/>
                  <a:gd name="connsiteX6" fmla="*/ 749300 w 749300"/>
                  <a:gd name="connsiteY6" fmla="*/ 708025 h 803275"/>
                  <a:gd name="connsiteX7" fmla="*/ 603250 w 749300"/>
                  <a:gd name="connsiteY7" fmla="*/ 800100 h 803275"/>
                  <a:gd name="connsiteX8" fmla="*/ 597694 w 749300"/>
                  <a:gd name="connsiteY8" fmla="*/ 212724 h 803275"/>
                  <a:gd name="connsiteX9" fmla="*/ 552450 w 749300"/>
                  <a:gd name="connsiteY9" fmla="*/ 212725 h 803275"/>
                  <a:gd name="connsiteX10" fmla="*/ 561975 w 749300"/>
                  <a:gd name="connsiteY10" fmla="*/ 803275 h 803275"/>
                  <a:gd name="connsiteX11" fmla="*/ 184150 w 749300"/>
                  <a:gd name="connsiteY11" fmla="*/ 798116 h 803275"/>
                  <a:gd name="connsiteX12" fmla="*/ 177800 w 749300"/>
                  <a:gd name="connsiteY12" fmla="*/ 209550 h 803275"/>
                  <a:gd name="connsiteX13" fmla="*/ 133350 w 749300"/>
                  <a:gd name="connsiteY13" fmla="*/ 209550 h 803275"/>
                  <a:gd name="connsiteX14" fmla="*/ 136525 w 749300"/>
                  <a:gd name="connsiteY14" fmla="*/ 781050 h 803275"/>
                  <a:gd name="connsiteX0" fmla="*/ 136525 w 749300"/>
                  <a:gd name="connsiteY0" fmla="*/ 781050 h 800100"/>
                  <a:gd name="connsiteX1" fmla="*/ 0 w 749300"/>
                  <a:gd name="connsiteY1" fmla="*/ 727075 h 800100"/>
                  <a:gd name="connsiteX2" fmla="*/ 9525 w 749300"/>
                  <a:gd name="connsiteY2" fmla="*/ 76200 h 800100"/>
                  <a:gd name="connsiteX3" fmla="*/ 104775 w 749300"/>
                  <a:gd name="connsiteY3" fmla="*/ 0 h 800100"/>
                  <a:gd name="connsiteX4" fmla="*/ 650875 w 749300"/>
                  <a:gd name="connsiteY4" fmla="*/ 6350 h 800100"/>
                  <a:gd name="connsiteX5" fmla="*/ 749300 w 749300"/>
                  <a:gd name="connsiteY5" fmla="*/ 98425 h 800100"/>
                  <a:gd name="connsiteX6" fmla="*/ 749300 w 749300"/>
                  <a:gd name="connsiteY6" fmla="*/ 708025 h 800100"/>
                  <a:gd name="connsiteX7" fmla="*/ 603250 w 749300"/>
                  <a:gd name="connsiteY7" fmla="*/ 800100 h 800100"/>
                  <a:gd name="connsiteX8" fmla="*/ 597694 w 749300"/>
                  <a:gd name="connsiteY8" fmla="*/ 212724 h 800100"/>
                  <a:gd name="connsiteX9" fmla="*/ 552450 w 749300"/>
                  <a:gd name="connsiteY9" fmla="*/ 212725 h 800100"/>
                  <a:gd name="connsiteX10" fmla="*/ 559891 w 749300"/>
                  <a:gd name="connsiteY10" fmla="*/ 799107 h 800100"/>
                  <a:gd name="connsiteX11" fmla="*/ 184150 w 749300"/>
                  <a:gd name="connsiteY11" fmla="*/ 798116 h 800100"/>
                  <a:gd name="connsiteX12" fmla="*/ 177800 w 749300"/>
                  <a:gd name="connsiteY12" fmla="*/ 209550 h 800100"/>
                  <a:gd name="connsiteX13" fmla="*/ 133350 w 749300"/>
                  <a:gd name="connsiteY13" fmla="*/ 209550 h 800100"/>
                  <a:gd name="connsiteX14" fmla="*/ 136525 w 749300"/>
                  <a:gd name="connsiteY14" fmla="*/ 781050 h 800100"/>
                  <a:gd name="connsiteX0" fmla="*/ 136525 w 749300"/>
                  <a:gd name="connsiteY0" fmla="*/ 797718 h 800100"/>
                  <a:gd name="connsiteX1" fmla="*/ 0 w 749300"/>
                  <a:gd name="connsiteY1" fmla="*/ 727075 h 800100"/>
                  <a:gd name="connsiteX2" fmla="*/ 9525 w 749300"/>
                  <a:gd name="connsiteY2" fmla="*/ 76200 h 800100"/>
                  <a:gd name="connsiteX3" fmla="*/ 104775 w 749300"/>
                  <a:gd name="connsiteY3" fmla="*/ 0 h 800100"/>
                  <a:gd name="connsiteX4" fmla="*/ 650875 w 749300"/>
                  <a:gd name="connsiteY4" fmla="*/ 6350 h 800100"/>
                  <a:gd name="connsiteX5" fmla="*/ 749300 w 749300"/>
                  <a:gd name="connsiteY5" fmla="*/ 98425 h 800100"/>
                  <a:gd name="connsiteX6" fmla="*/ 749300 w 749300"/>
                  <a:gd name="connsiteY6" fmla="*/ 708025 h 800100"/>
                  <a:gd name="connsiteX7" fmla="*/ 603250 w 749300"/>
                  <a:gd name="connsiteY7" fmla="*/ 800100 h 800100"/>
                  <a:gd name="connsiteX8" fmla="*/ 597694 w 749300"/>
                  <a:gd name="connsiteY8" fmla="*/ 212724 h 800100"/>
                  <a:gd name="connsiteX9" fmla="*/ 552450 w 749300"/>
                  <a:gd name="connsiteY9" fmla="*/ 212725 h 800100"/>
                  <a:gd name="connsiteX10" fmla="*/ 559891 w 749300"/>
                  <a:gd name="connsiteY10" fmla="*/ 799107 h 800100"/>
                  <a:gd name="connsiteX11" fmla="*/ 184150 w 749300"/>
                  <a:gd name="connsiteY11" fmla="*/ 798116 h 800100"/>
                  <a:gd name="connsiteX12" fmla="*/ 177800 w 749300"/>
                  <a:gd name="connsiteY12" fmla="*/ 209550 h 800100"/>
                  <a:gd name="connsiteX13" fmla="*/ 133350 w 749300"/>
                  <a:gd name="connsiteY13" fmla="*/ 209550 h 800100"/>
                  <a:gd name="connsiteX14" fmla="*/ 136525 w 749300"/>
                  <a:gd name="connsiteY14" fmla="*/ 797718 h 800100"/>
                  <a:gd name="connsiteX0" fmla="*/ 136525 w 749300"/>
                  <a:gd name="connsiteY0" fmla="*/ 797718 h 800100"/>
                  <a:gd name="connsiteX1" fmla="*/ 0 w 749300"/>
                  <a:gd name="connsiteY1" fmla="*/ 727075 h 800100"/>
                  <a:gd name="connsiteX2" fmla="*/ 9525 w 749300"/>
                  <a:gd name="connsiteY2" fmla="*/ 76200 h 800100"/>
                  <a:gd name="connsiteX3" fmla="*/ 104775 w 749300"/>
                  <a:gd name="connsiteY3" fmla="*/ 0 h 800100"/>
                  <a:gd name="connsiteX4" fmla="*/ 650875 w 749300"/>
                  <a:gd name="connsiteY4" fmla="*/ 6350 h 800100"/>
                  <a:gd name="connsiteX5" fmla="*/ 749300 w 749300"/>
                  <a:gd name="connsiteY5" fmla="*/ 98425 h 800100"/>
                  <a:gd name="connsiteX6" fmla="*/ 749300 w 749300"/>
                  <a:gd name="connsiteY6" fmla="*/ 722610 h 800100"/>
                  <a:gd name="connsiteX7" fmla="*/ 603250 w 749300"/>
                  <a:gd name="connsiteY7" fmla="*/ 800100 h 800100"/>
                  <a:gd name="connsiteX8" fmla="*/ 597694 w 749300"/>
                  <a:gd name="connsiteY8" fmla="*/ 212724 h 800100"/>
                  <a:gd name="connsiteX9" fmla="*/ 552450 w 749300"/>
                  <a:gd name="connsiteY9" fmla="*/ 212725 h 800100"/>
                  <a:gd name="connsiteX10" fmla="*/ 559891 w 749300"/>
                  <a:gd name="connsiteY10" fmla="*/ 799107 h 800100"/>
                  <a:gd name="connsiteX11" fmla="*/ 184150 w 749300"/>
                  <a:gd name="connsiteY11" fmla="*/ 798116 h 800100"/>
                  <a:gd name="connsiteX12" fmla="*/ 177800 w 749300"/>
                  <a:gd name="connsiteY12" fmla="*/ 209550 h 800100"/>
                  <a:gd name="connsiteX13" fmla="*/ 133350 w 749300"/>
                  <a:gd name="connsiteY13" fmla="*/ 209550 h 800100"/>
                  <a:gd name="connsiteX14" fmla="*/ 136525 w 749300"/>
                  <a:gd name="connsiteY14" fmla="*/ 797718 h 800100"/>
                  <a:gd name="connsiteX0" fmla="*/ 136525 w 749300"/>
                  <a:gd name="connsiteY0" fmla="*/ 797718 h 800100"/>
                  <a:gd name="connsiteX1" fmla="*/ 0 w 749300"/>
                  <a:gd name="connsiteY1" fmla="*/ 727075 h 800100"/>
                  <a:gd name="connsiteX2" fmla="*/ 9525 w 749300"/>
                  <a:gd name="connsiteY2" fmla="*/ 76200 h 800100"/>
                  <a:gd name="connsiteX3" fmla="*/ 104775 w 749300"/>
                  <a:gd name="connsiteY3" fmla="*/ 0 h 800100"/>
                  <a:gd name="connsiteX4" fmla="*/ 650875 w 749300"/>
                  <a:gd name="connsiteY4" fmla="*/ 6350 h 800100"/>
                  <a:gd name="connsiteX5" fmla="*/ 749300 w 749300"/>
                  <a:gd name="connsiteY5" fmla="*/ 98425 h 800100"/>
                  <a:gd name="connsiteX6" fmla="*/ 749300 w 749300"/>
                  <a:gd name="connsiteY6" fmla="*/ 722610 h 800100"/>
                  <a:gd name="connsiteX7" fmla="*/ 603250 w 749300"/>
                  <a:gd name="connsiteY7" fmla="*/ 800100 h 800100"/>
                  <a:gd name="connsiteX8" fmla="*/ 597694 w 749300"/>
                  <a:gd name="connsiteY8" fmla="*/ 212724 h 800100"/>
                  <a:gd name="connsiteX9" fmla="*/ 552450 w 749300"/>
                  <a:gd name="connsiteY9" fmla="*/ 212725 h 800100"/>
                  <a:gd name="connsiteX10" fmla="*/ 559891 w 749300"/>
                  <a:gd name="connsiteY10" fmla="*/ 799107 h 800100"/>
                  <a:gd name="connsiteX11" fmla="*/ 184150 w 749300"/>
                  <a:gd name="connsiteY11" fmla="*/ 798116 h 800100"/>
                  <a:gd name="connsiteX12" fmla="*/ 177800 w 749300"/>
                  <a:gd name="connsiteY12" fmla="*/ 209550 h 800100"/>
                  <a:gd name="connsiteX13" fmla="*/ 133350 w 749300"/>
                  <a:gd name="connsiteY13" fmla="*/ 209550 h 800100"/>
                  <a:gd name="connsiteX14" fmla="*/ 136525 w 749300"/>
                  <a:gd name="connsiteY14" fmla="*/ 797718 h 800100"/>
                  <a:gd name="connsiteX0" fmla="*/ 136525 w 749300"/>
                  <a:gd name="connsiteY0" fmla="*/ 797718 h 800100"/>
                  <a:gd name="connsiteX1" fmla="*/ 0 w 749300"/>
                  <a:gd name="connsiteY1" fmla="*/ 727075 h 800100"/>
                  <a:gd name="connsiteX2" fmla="*/ 9525 w 749300"/>
                  <a:gd name="connsiteY2" fmla="*/ 76200 h 800100"/>
                  <a:gd name="connsiteX3" fmla="*/ 104775 w 749300"/>
                  <a:gd name="connsiteY3" fmla="*/ 0 h 800100"/>
                  <a:gd name="connsiteX4" fmla="*/ 648792 w 749300"/>
                  <a:gd name="connsiteY4" fmla="*/ 2183 h 800100"/>
                  <a:gd name="connsiteX5" fmla="*/ 749300 w 749300"/>
                  <a:gd name="connsiteY5" fmla="*/ 98425 h 800100"/>
                  <a:gd name="connsiteX6" fmla="*/ 749300 w 749300"/>
                  <a:gd name="connsiteY6" fmla="*/ 722610 h 800100"/>
                  <a:gd name="connsiteX7" fmla="*/ 603250 w 749300"/>
                  <a:gd name="connsiteY7" fmla="*/ 800100 h 800100"/>
                  <a:gd name="connsiteX8" fmla="*/ 597694 w 749300"/>
                  <a:gd name="connsiteY8" fmla="*/ 212724 h 800100"/>
                  <a:gd name="connsiteX9" fmla="*/ 552450 w 749300"/>
                  <a:gd name="connsiteY9" fmla="*/ 212725 h 800100"/>
                  <a:gd name="connsiteX10" fmla="*/ 559891 w 749300"/>
                  <a:gd name="connsiteY10" fmla="*/ 799107 h 800100"/>
                  <a:gd name="connsiteX11" fmla="*/ 184150 w 749300"/>
                  <a:gd name="connsiteY11" fmla="*/ 798116 h 800100"/>
                  <a:gd name="connsiteX12" fmla="*/ 177800 w 749300"/>
                  <a:gd name="connsiteY12" fmla="*/ 209550 h 800100"/>
                  <a:gd name="connsiteX13" fmla="*/ 133350 w 749300"/>
                  <a:gd name="connsiteY13" fmla="*/ 209550 h 800100"/>
                  <a:gd name="connsiteX14" fmla="*/ 136525 w 749300"/>
                  <a:gd name="connsiteY14" fmla="*/ 797718 h 800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49300" h="800100">
                    <a:moveTo>
                      <a:pt x="136525" y="797718"/>
                    </a:moveTo>
                    <a:cubicBezTo>
                      <a:pt x="57679" y="798776"/>
                      <a:pt x="31221" y="780786"/>
                      <a:pt x="0" y="727075"/>
                    </a:cubicBezTo>
                    <a:lnTo>
                      <a:pt x="9525" y="76200"/>
                    </a:lnTo>
                    <a:cubicBezTo>
                      <a:pt x="22225" y="43656"/>
                      <a:pt x="32544" y="6349"/>
                      <a:pt x="104775" y="0"/>
                    </a:cubicBezTo>
                    <a:lnTo>
                      <a:pt x="648792" y="2183"/>
                    </a:lnTo>
                    <a:cubicBezTo>
                      <a:pt x="712556" y="18588"/>
                      <a:pt x="733161" y="48683"/>
                      <a:pt x="749300" y="98425"/>
                    </a:cubicBezTo>
                    <a:lnTo>
                      <a:pt x="749300" y="722610"/>
                    </a:lnTo>
                    <a:cubicBezTo>
                      <a:pt x="695260" y="807475"/>
                      <a:pt x="661458" y="795602"/>
                      <a:pt x="603250" y="800100"/>
                    </a:cubicBezTo>
                    <a:cubicBezTo>
                      <a:pt x="602192" y="601927"/>
                      <a:pt x="598752" y="410897"/>
                      <a:pt x="597694" y="212724"/>
                    </a:cubicBezTo>
                    <a:cubicBezTo>
                      <a:pt x="599281" y="188911"/>
                      <a:pt x="548481" y="196056"/>
                      <a:pt x="552450" y="212725"/>
                    </a:cubicBezTo>
                    <a:cubicBezTo>
                      <a:pt x="554930" y="408186"/>
                      <a:pt x="557411" y="603646"/>
                      <a:pt x="559891" y="799107"/>
                    </a:cubicBezTo>
                    <a:lnTo>
                      <a:pt x="184150" y="798116"/>
                    </a:lnTo>
                    <a:cubicBezTo>
                      <a:pt x="182033" y="599149"/>
                      <a:pt x="179917" y="408517"/>
                      <a:pt x="177800" y="209550"/>
                    </a:cubicBezTo>
                    <a:cubicBezTo>
                      <a:pt x="174889" y="171450"/>
                      <a:pt x="131499" y="185737"/>
                      <a:pt x="133350" y="209550"/>
                    </a:cubicBezTo>
                    <a:cubicBezTo>
                      <a:pt x="131233" y="395817"/>
                      <a:pt x="129117" y="598751"/>
                      <a:pt x="136525" y="79771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a:p>
            </p:txBody>
          </p:sp>
          <p:sp>
            <p:nvSpPr>
              <p:cNvPr id="93" name="Oval 92"/>
              <p:cNvSpPr/>
              <p:nvPr/>
            </p:nvSpPr>
            <p:spPr>
              <a:xfrm>
                <a:off x="1744536" y="2667000"/>
                <a:ext cx="411480" cy="41148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a:p>
            </p:txBody>
          </p:sp>
        </p:grpSp>
        <p:grpSp>
          <p:nvGrpSpPr>
            <p:cNvPr id="89" name="Group 88"/>
            <p:cNvGrpSpPr/>
            <p:nvPr/>
          </p:nvGrpSpPr>
          <p:grpSpPr>
            <a:xfrm>
              <a:off x="6419808" y="3035821"/>
              <a:ext cx="272296" cy="436130"/>
              <a:chOff x="1522093" y="2667000"/>
              <a:chExt cx="856367" cy="1371624"/>
            </a:xfrm>
            <a:grpFill/>
          </p:grpSpPr>
          <p:sp>
            <p:nvSpPr>
              <p:cNvPr id="90" name="Freeform 89"/>
              <p:cNvSpPr/>
              <p:nvPr/>
            </p:nvSpPr>
            <p:spPr>
              <a:xfrm>
                <a:off x="1522093" y="3124199"/>
                <a:ext cx="856367" cy="914425"/>
              </a:xfrm>
              <a:custGeom>
                <a:avLst/>
                <a:gdLst>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0550 w 749300"/>
                  <a:gd name="connsiteY8" fmla="*/ 212725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0550 w 749300"/>
                  <a:gd name="connsiteY8" fmla="*/ 212725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0550 w 749300"/>
                  <a:gd name="connsiteY8" fmla="*/ 212725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0550 w 749300"/>
                  <a:gd name="connsiteY8" fmla="*/ 212725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0550 w 749300"/>
                  <a:gd name="connsiteY8" fmla="*/ 212725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600075 w 749300"/>
                  <a:gd name="connsiteY8" fmla="*/ 205581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600075 w 749300"/>
                  <a:gd name="connsiteY8" fmla="*/ 219868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3275"/>
                  <a:gd name="connsiteX1" fmla="*/ 0 w 749300"/>
                  <a:gd name="connsiteY1" fmla="*/ 727075 h 803275"/>
                  <a:gd name="connsiteX2" fmla="*/ 9525 w 749300"/>
                  <a:gd name="connsiteY2" fmla="*/ 76200 h 803275"/>
                  <a:gd name="connsiteX3" fmla="*/ 104775 w 749300"/>
                  <a:gd name="connsiteY3" fmla="*/ 0 h 803275"/>
                  <a:gd name="connsiteX4" fmla="*/ 650875 w 749300"/>
                  <a:gd name="connsiteY4" fmla="*/ 6350 h 803275"/>
                  <a:gd name="connsiteX5" fmla="*/ 749300 w 749300"/>
                  <a:gd name="connsiteY5" fmla="*/ 98425 h 803275"/>
                  <a:gd name="connsiteX6" fmla="*/ 749300 w 749300"/>
                  <a:gd name="connsiteY6" fmla="*/ 708025 h 803275"/>
                  <a:gd name="connsiteX7" fmla="*/ 603250 w 749300"/>
                  <a:gd name="connsiteY7" fmla="*/ 800100 h 803275"/>
                  <a:gd name="connsiteX8" fmla="*/ 597694 w 749300"/>
                  <a:gd name="connsiteY8" fmla="*/ 212724 h 803275"/>
                  <a:gd name="connsiteX9" fmla="*/ 552450 w 749300"/>
                  <a:gd name="connsiteY9" fmla="*/ 212725 h 803275"/>
                  <a:gd name="connsiteX10" fmla="*/ 561975 w 749300"/>
                  <a:gd name="connsiteY10" fmla="*/ 803275 h 803275"/>
                  <a:gd name="connsiteX11" fmla="*/ 184150 w 749300"/>
                  <a:gd name="connsiteY11" fmla="*/ 798116 h 803275"/>
                  <a:gd name="connsiteX12" fmla="*/ 177800 w 749300"/>
                  <a:gd name="connsiteY12" fmla="*/ 209550 h 803275"/>
                  <a:gd name="connsiteX13" fmla="*/ 133350 w 749300"/>
                  <a:gd name="connsiteY13" fmla="*/ 209550 h 803275"/>
                  <a:gd name="connsiteX14" fmla="*/ 136525 w 749300"/>
                  <a:gd name="connsiteY14" fmla="*/ 781050 h 803275"/>
                  <a:gd name="connsiteX0" fmla="*/ 136525 w 749300"/>
                  <a:gd name="connsiteY0" fmla="*/ 781050 h 800100"/>
                  <a:gd name="connsiteX1" fmla="*/ 0 w 749300"/>
                  <a:gd name="connsiteY1" fmla="*/ 727075 h 800100"/>
                  <a:gd name="connsiteX2" fmla="*/ 9525 w 749300"/>
                  <a:gd name="connsiteY2" fmla="*/ 76200 h 800100"/>
                  <a:gd name="connsiteX3" fmla="*/ 104775 w 749300"/>
                  <a:gd name="connsiteY3" fmla="*/ 0 h 800100"/>
                  <a:gd name="connsiteX4" fmla="*/ 650875 w 749300"/>
                  <a:gd name="connsiteY4" fmla="*/ 6350 h 800100"/>
                  <a:gd name="connsiteX5" fmla="*/ 749300 w 749300"/>
                  <a:gd name="connsiteY5" fmla="*/ 98425 h 800100"/>
                  <a:gd name="connsiteX6" fmla="*/ 749300 w 749300"/>
                  <a:gd name="connsiteY6" fmla="*/ 708025 h 800100"/>
                  <a:gd name="connsiteX7" fmla="*/ 603250 w 749300"/>
                  <a:gd name="connsiteY7" fmla="*/ 800100 h 800100"/>
                  <a:gd name="connsiteX8" fmla="*/ 597694 w 749300"/>
                  <a:gd name="connsiteY8" fmla="*/ 212724 h 800100"/>
                  <a:gd name="connsiteX9" fmla="*/ 552450 w 749300"/>
                  <a:gd name="connsiteY9" fmla="*/ 212725 h 800100"/>
                  <a:gd name="connsiteX10" fmla="*/ 559891 w 749300"/>
                  <a:gd name="connsiteY10" fmla="*/ 799107 h 800100"/>
                  <a:gd name="connsiteX11" fmla="*/ 184150 w 749300"/>
                  <a:gd name="connsiteY11" fmla="*/ 798116 h 800100"/>
                  <a:gd name="connsiteX12" fmla="*/ 177800 w 749300"/>
                  <a:gd name="connsiteY12" fmla="*/ 209550 h 800100"/>
                  <a:gd name="connsiteX13" fmla="*/ 133350 w 749300"/>
                  <a:gd name="connsiteY13" fmla="*/ 209550 h 800100"/>
                  <a:gd name="connsiteX14" fmla="*/ 136525 w 749300"/>
                  <a:gd name="connsiteY14" fmla="*/ 781050 h 800100"/>
                  <a:gd name="connsiteX0" fmla="*/ 136525 w 749300"/>
                  <a:gd name="connsiteY0" fmla="*/ 797718 h 800100"/>
                  <a:gd name="connsiteX1" fmla="*/ 0 w 749300"/>
                  <a:gd name="connsiteY1" fmla="*/ 727075 h 800100"/>
                  <a:gd name="connsiteX2" fmla="*/ 9525 w 749300"/>
                  <a:gd name="connsiteY2" fmla="*/ 76200 h 800100"/>
                  <a:gd name="connsiteX3" fmla="*/ 104775 w 749300"/>
                  <a:gd name="connsiteY3" fmla="*/ 0 h 800100"/>
                  <a:gd name="connsiteX4" fmla="*/ 650875 w 749300"/>
                  <a:gd name="connsiteY4" fmla="*/ 6350 h 800100"/>
                  <a:gd name="connsiteX5" fmla="*/ 749300 w 749300"/>
                  <a:gd name="connsiteY5" fmla="*/ 98425 h 800100"/>
                  <a:gd name="connsiteX6" fmla="*/ 749300 w 749300"/>
                  <a:gd name="connsiteY6" fmla="*/ 708025 h 800100"/>
                  <a:gd name="connsiteX7" fmla="*/ 603250 w 749300"/>
                  <a:gd name="connsiteY7" fmla="*/ 800100 h 800100"/>
                  <a:gd name="connsiteX8" fmla="*/ 597694 w 749300"/>
                  <a:gd name="connsiteY8" fmla="*/ 212724 h 800100"/>
                  <a:gd name="connsiteX9" fmla="*/ 552450 w 749300"/>
                  <a:gd name="connsiteY9" fmla="*/ 212725 h 800100"/>
                  <a:gd name="connsiteX10" fmla="*/ 559891 w 749300"/>
                  <a:gd name="connsiteY10" fmla="*/ 799107 h 800100"/>
                  <a:gd name="connsiteX11" fmla="*/ 184150 w 749300"/>
                  <a:gd name="connsiteY11" fmla="*/ 798116 h 800100"/>
                  <a:gd name="connsiteX12" fmla="*/ 177800 w 749300"/>
                  <a:gd name="connsiteY12" fmla="*/ 209550 h 800100"/>
                  <a:gd name="connsiteX13" fmla="*/ 133350 w 749300"/>
                  <a:gd name="connsiteY13" fmla="*/ 209550 h 800100"/>
                  <a:gd name="connsiteX14" fmla="*/ 136525 w 749300"/>
                  <a:gd name="connsiteY14" fmla="*/ 797718 h 800100"/>
                  <a:gd name="connsiteX0" fmla="*/ 136525 w 749300"/>
                  <a:gd name="connsiteY0" fmla="*/ 797718 h 800100"/>
                  <a:gd name="connsiteX1" fmla="*/ 0 w 749300"/>
                  <a:gd name="connsiteY1" fmla="*/ 727075 h 800100"/>
                  <a:gd name="connsiteX2" fmla="*/ 9525 w 749300"/>
                  <a:gd name="connsiteY2" fmla="*/ 76200 h 800100"/>
                  <a:gd name="connsiteX3" fmla="*/ 104775 w 749300"/>
                  <a:gd name="connsiteY3" fmla="*/ 0 h 800100"/>
                  <a:gd name="connsiteX4" fmla="*/ 650875 w 749300"/>
                  <a:gd name="connsiteY4" fmla="*/ 6350 h 800100"/>
                  <a:gd name="connsiteX5" fmla="*/ 749300 w 749300"/>
                  <a:gd name="connsiteY5" fmla="*/ 98425 h 800100"/>
                  <a:gd name="connsiteX6" fmla="*/ 749300 w 749300"/>
                  <a:gd name="connsiteY6" fmla="*/ 722610 h 800100"/>
                  <a:gd name="connsiteX7" fmla="*/ 603250 w 749300"/>
                  <a:gd name="connsiteY7" fmla="*/ 800100 h 800100"/>
                  <a:gd name="connsiteX8" fmla="*/ 597694 w 749300"/>
                  <a:gd name="connsiteY8" fmla="*/ 212724 h 800100"/>
                  <a:gd name="connsiteX9" fmla="*/ 552450 w 749300"/>
                  <a:gd name="connsiteY9" fmla="*/ 212725 h 800100"/>
                  <a:gd name="connsiteX10" fmla="*/ 559891 w 749300"/>
                  <a:gd name="connsiteY10" fmla="*/ 799107 h 800100"/>
                  <a:gd name="connsiteX11" fmla="*/ 184150 w 749300"/>
                  <a:gd name="connsiteY11" fmla="*/ 798116 h 800100"/>
                  <a:gd name="connsiteX12" fmla="*/ 177800 w 749300"/>
                  <a:gd name="connsiteY12" fmla="*/ 209550 h 800100"/>
                  <a:gd name="connsiteX13" fmla="*/ 133350 w 749300"/>
                  <a:gd name="connsiteY13" fmla="*/ 209550 h 800100"/>
                  <a:gd name="connsiteX14" fmla="*/ 136525 w 749300"/>
                  <a:gd name="connsiteY14" fmla="*/ 797718 h 800100"/>
                  <a:gd name="connsiteX0" fmla="*/ 136525 w 749300"/>
                  <a:gd name="connsiteY0" fmla="*/ 797718 h 800100"/>
                  <a:gd name="connsiteX1" fmla="*/ 0 w 749300"/>
                  <a:gd name="connsiteY1" fmla="*/ 727075 h 800100"/>
                  <a:gd name="connsiteX2" fmla="*/ 9525 w 749300"/>
                  <a:gd name="connsiteY2" fmla="*/ 76200 h 800100"/>
                  <a:gd name="connsiteX3" fmla="*/ 104775 w 749300"/>
                  <a:gd name="connsiteY3" fmla="*/ 0 h 800100"/>
                  <a:gd name="connsiteX4" fmla="*/ 650875 w 749300"/>
                  <a:gd name="connsiteY4" fmla="*/ 6350 h 800100"/>
                  <a:gd name="connsiteX5" fmla="*/ 749300 w 749300"/>
                  <a:gd name="connsiteY5" fmla="*/ 98425 h 800100"/>
                  <a:gd name="connsiteX6" fmla="*/ 749300 w 749300"/>
                  <a:gd name="connsiteY6" fmla="*/ 722610 h 800100"/>
                  <a:gd name="connsiteX7" fmla="*/ 603250 w 749300"/>
                  <a:gd name="connsiteY7" fmla="*/ 800100 h 800100"/>
                  <a:gd name="connsiteX8" fmla="*/ 597694 w 749300"/>
                  <a:gd name="connsiteY8" fmla="*/ 212724 h 800100"/>
                  <a:gd name="connsiteX9" fmla="*/ 552450 w 749300"/>
                  <a:gd name="connsiteY9" fmla="*/ 212725 h 800100"/>
                  <a:gd name="connsiteX10" fmla="*/ 559891 w 749300"/>
                  <a:gd name="connsiteY10" fmla="*/ 799107 h 800100"/>
                  <a:gd name="connsiteX11" fmla="*/ 184150 w 749300"/>
                  <a:gd name="connsiteY11" fmla="*/ 798116 h 800100"/>
                  <a:gd name="connsiteX12" fmla="*/ 177800 w 749300"/>
                  <a:gd name="connsiteY12" fmla="*/ 209550 h 800100"/>
                  <a:gd name="connsiteX13" fmla="*/ 133350 w 749300"/>
                  <a:gd name="connsiteY13" fmla="*/ 209550 h 800100"/>
                  <a:gd name="connsiteX14" fmla="*/ 136525 w 749300"/>
                  <a:gd name="connsiteY14" fmla="*/ 797718 h 800100"/>
                  <a:gd name="connsiteX0" fmla="*/ 136525 w 749300"/>
                  <a:gd name="connsiteY0" fmla="*/ 797718 h 800100"/>
                  <a:gd name="connsiteX1" fmla="*/ 0 w 749300"/>
                  <a:gd name="connsiteY1" fmla="*/ 727075 h 800100"/>
                  <a:gd name="connsiteX2" fmla="*/ 9525 w 749300"/>
                  <a:gd name="connsiteY2" fmla="*/ 76200 h 800100"/>
                  <a:gd name="connsiteX3" fmla="*/ 104775 w 749300"/>
                  <a:gd name="connsiteY3" fmla="*/ 0 h 800100"/>
                  <a:gd name="connsiteX4" fmla="*/ 648792 w 749300"/>
                  <a:gd name="connsiteY4" fmla="*/ 2183 h 800100"/>
                  <a:gd name="connsiteX5" fmla="*/ 749300 w 749300"/>
                  <a:gd name="connsiteY5" fmla="*/ 98425 h 800100"/>
                  <a:gd name="connsiteX6" fmla="*/ 749300 w 749300"/>
                  <a:gd name="connsiteY6" fmla="*/ 722610 h 800100"/>
                  <a:gd name="connsiteX7" fmla="*/ 603250 w 749300"/>
                  <a:gd name="connsiteY7" fmla="*/ 800100 h 800100"/>
                  <a:gd name="connsiteX8" fmla="*/ 597694 w 749300"/>
                  <a:gd name="connsiteY8" fmla="*/ 212724 h 800100"/>
                  <a:gd name="connsiteX9" fmla="*/ 552450 w 749300"/>
                  <a:gd name="connsiteY9" fmla="*/ 212725 h 800100"/>
                  <a:gd name="connsiteX10" fmla="*/ 559891 w 749300"/>
                  <a:gd name="connsiteY10" fmla="*/ 799107 h 800100"/>
                  <a:gd name="connsiteX11" fmla="*/ 184150 w 749300"/>
                  <a:gd name="connsiteY11" fmla="*/ 798116 h 800100"/>
                  <a:gd name="connsiteX12" fmla="*/ 177800 w 749300"/>
                  <a:gd name="connsiteY12" fmla="*/ 209550 h 800100"/>
                  <a:gd name="connsiteX13" fmla="*/ 133350 w 749300"/>
                  <a:gd name="connsiteY13" fmla="*/ 209550 h 800100"/>
                  <a:gd name="connsiteX14" fmla="*/ 136525 w 749300"/>
                  <a:gd name="connsiteY14" fmla="*/ 797718 h 800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49300" h="800100">
                    <a:moveTo>
                      <a:pt x="136525" y="797718"/>
                    </a:moveTo>
                    <a:cubicBezTo>
                      <a:pt x="57679" y="798776"/>
                      <a:pt x="31221" y="780786"/>
                      <a:pt x="0" y="727075"/>
                    </a:cubicBezTo>
                    <a:lnTo>
                      <a:pt x="9525" y="76200"/>
                    </a:lnTo>
                    <a:cubicBezTo>
                      <a:pt x="22225" y="43656"/>
                      <a:pt x="32544" y="6349"/>
                      <a:pt x="104775" y="0"/>
                    </a:cubicBezTo>
                    <a:lnTo>
                      <a:pt x="648792" y="2183"/>
                    </a:lnTo>
                    <a:cubicBezTo>
                      <a:pt x="712556" y="18588"/>
                      <a:pt x="733161" y="48683"/>
                      <a:pt x="749300" y="98425"/>
                    </a:cubicBezTo>
                    <a:lnTo>
                      <a:pt x="749300" y="722610"/>
                    </a:lnTo>
                    <a:cubicBezTo>
                      <a:pt x="695260" y="807475"/>
                      <a:pt x="661458" y="795602"/>
                      <a:pt x="603250" y="800100"/>
                    </a:cubicBezTo>
                    <a:cubicBezTo>
                      <a:pt x="602192" y="601927"/>
                      <a:pt x="598752" y="410897"/>
                      <a:pt x="597694" y="212724"/>
                    </a:cubicBezTo>
                    <a:cubicBezTo>
                      <a:pt x="599281" y="188911"/>
                      <a:pt x="548481" y="196056"/>
                      <a:pt x="552450" y="212725"/>
                    </a:cubicBezTo>
                    <a:cubicBezTo>
                      <a:pt x="554930" y="408186"/>
                      <a:pt x="557411" y="603646"/>
                      <a:pt x="559891" y="799107"/>
                    </a:cubicBezTo>
                    <a:lnTo>
                      <a:pt x="184150" y="798116"/>
                    </a:lnTo>
                    <a:cubicBezTo>
                      <a:pt x="182033" y="599149"/>
                      <a:pt x="179917" y="408517"/>
                      <a:pt x="177800" y="209550"/>
                    </a:cubicBezTo>
                    <a:cubicBezTo>
                      <a:pt x="174889" y="171450"/>
                      <a:pt x="131499" y="185737"/>
                      <a:pt x="133350" y="209550"/>
                    </a:cubicBezTo>
                    <a:cubicBezTo>
                      <a:pt x="131233" y="395817"/>
                      <a:pt x="129117" y="598751"/>
                      <a:pt x="136525" y="79771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a:p>
            </p:txBody>
          </p:sp>
          <p:sp>
            <p:nvSpPr>
              <p:cNvPr id="91" name="Oval 90"/>
              <p:cNvSpPr/>
              <p:nvPr/>
            </p:nvSpPr>
            <p:spPr>
              <a:xfrm>
                <a:off x="1744536" y="2667000"/>
                <a:ext cx="411480" cy="41148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a:p>
            </p:txBody>
          </p:sp>
        </p:grpSp>
      </p:grpSp>
      <p:grpSp>
        <p:nvGrpSpPr>
          <p:cNvPr id="94" name="Group 93"/>
          <p:cNvGrpSpPr/>
          <p:nvPr/>
        </p:nvGrpSpPr>
        <p:grpSpPr>
          <a:xfrm>
            <a:off x="6386948" y="1998844"/>
            <a:ext cx="661524" cy="436130"/>
            <a:chOff x="6030580" y="3035821"/>
            <a:chExt cx="661524" cy="436130"/>
          </a:xfrm>
          <a:solidFill>
            <a:schemeClr val="accent6"/>
          </a:solidFill>
        </p:grpSpPr>
        <p:grpSp>
          <p:nvGrpSpPr>
            <p:cNvPr id="95" name="Group 94"/>
            <p:cNvGrpSpPr/>
            <p:nvPr/>
          </p:nvGrpSpPr>
          <p:grpSpPr>
            <a:xfrm>
              <a:off x="6030580" y="3035821"/>
              <a:ext cx="272296" cy="436130"/>
              <a:chOff x="1522093" y="2667000"/>
              <a:chExt cx="856367" cy="1371624"/>
            </a:xfrm>
            <a:grpFill/>
          </p:grpSpPr>
          <p:sp>
            <p:nvSpPr>
              <p:cNvPr id="99" name="Freeform 98"/>
              <p:cNvSpPr/>
              <p:nvPr/>
            </p:nvSpPr>
            <p:spPr>
              <a:xfrm>
                <a:off x="1522093" y="3124199"/>
                <a:ext cx="856367" cy="914425"/>
              </a:xfrm>
              <a:custGeom>
                <a:avLst/>
                <a:gdLst>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0550 w 749300"/>
                  <a:gd name="connsiteY8" fmla="*/ 212725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0550 w 749300"/>
                  <a:gd name="connsiteY8" fmla="*/ 212725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0550 w 749300"/>
                  <a:gd name="connsiteY8" fmla="*/ 212725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0550 w 749300"/>
                  <a:gd name="connsiteY8" fmla="*/ 212725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0550 w 749300"/>
                  <a:gd name="connsiteY8" fmla="*/ 212725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600075 w 749300"/>
                  <a:gd name="connsiteY8" fmla="*/ 205581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600075 w 749300"/>
                  <a:gd name="connsiteY8" fmla="*/ 219868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3275"/>
                  <a:gd name="connsiteX1" fmla="*/ 0 w 749300"/>
                  <a:gd name="connsiteY1" fmla="*/ 727075 h 803275"/>
                  <a:gd name="connsiteX2" fmla="*/ 9525 w 749300"/>
                  <a:gd name="connsiteY2" fmla="*/ 76200 h 803275"/>
                  <a:gd name="connsiteX3" fmla="*/ 104775 w 749300"/>
                  <a:gd name="connsiteY3" fmla="*/ 0 h 803275"/>
                  <a:gd name="connsiteX4" fmla="*/ 650875 w 749300"/>
                  <a:gd name="connsiteY4" fmla="*/ 6350 h 803275"/>
                  <a:gd name="connsiteX5" fmla="*/ 749300 w 749300"/>
                  <a:gd name="connsiteY5" fmla="*/ 98425 h 803275"/>
                  <a:gd name="connsiteX6" fmla="*/ 749300 w 749300"/>
                  <a:gd name="connsiteY6" fmla="*/ 708025 h 803275"/>
                  <a:gd name="connsiteX7" fmla="*/ 603250 w 749300"/>
                  <a:gd name="connsiteY7" fmla="*/ 800100 h 803275"/>
                  <a:gd name="connsiteX8" fmla="*/ 597694 w 749300"/>
                  <a:gd name="connsiteY8" fmla="*/ 212724 h 803275"/>
                  <a:gd name="connsiteX9" fmla="*/ 552450 w 749300"/>
                  <a:gd name="connsiteY9" fmla="*/ 212725 h 803275"/>
                  <a:gd name="connsiteX10" fmla="*/ 561975 w 749300"/>
                  <a:gd name="connsiteY10" fmla="*/ 803275 h 803275"/>
                  <a:gd name="connsiteX11" fmla="*/ 184150 w 749300"/>
                  <a:gd name="connsiteY11" fmla="*/ 798116 h 803275"/>
                  <a:gd name="connsiteX12" fmla="*/ 177800 w 749300"/>
                  <a:gd name="connsiteY12" fmla="*/ 209550 h 803275"/>
                  <a:gd name="connsiteX13" fmla="*/ 133350 w 749300"/>
                  <a:gd name="connsiteY13" fmla="*/ 209550 h 803275"/>
                  <a:gd name="connsiteX14" fmla="*/ 136525 w 749300"/>
                  <a:gd name="connsiteY14" fmla="*/ 781050 h 803275"/>
                  <a:gd name="connsiteX0" fmla="*/ 136525 w 749300"/>
                  <a:gd name="connsiteY0" fmla="*/ 781050 h 800100"/>
                  <a:gd name="connsiteX1" fmla="*/ 0 w 749300"/>
                  <a:gd name="connsiteY1" fmla="*/ 727075 h 800100"/>
                  <a:gd name="connsiteX2" fmla="*/ 9525 w 749300"/>
                  <a:gd name="connsiteY2" fmla="*/ 76200 h 800100"/>
                  <a:gd name="connsiteX3" fmla="*/ 104775 w 749300"/>
                  <a:gd name="connsiteY3" fmla="*/ 0 h 800100"/>
                  <a:gd name="connsiteX4" fmla="*/ 650875 w 749300"/>
                  <a:gd name="connsiteY4" fmla="*/ 6350 h 800100"/>
                  <a:gd name="connsiteX5" fmla="*/ 749300 w 749300"/>
                  <a:gd name="connsiteY5" fmla="*/ 98425 h 800100"/>
                  <a:gd name="connsiteX6" fmla="*/ 749300 w 749300"/>
                  <a:gd name="connsiteY6" fmla="*/ 708025 h 800100"/>
                  <a:gd name="connsiteX7" fmla="*/ 603250 w 749300"/>
                  <a:gd name="connsiteY7" fmla="*/ 800100 h 800100"/>
                  <a:gd name="connsiteX8" fmla="*/ 597694 w 749300"/>
                  <a:gd name="connsiteY8" fmla="*/ 212724 h 800100"/>
                  <a:gd name="connsiteX9" fmla="*/ 552450 w 749300"/>
                  <a:gd name="connsiteY9" fmla="*/ 212725 h 800100"/>
                  <a:gd name="connsiteX10" fmla="*/ 559891 w 749300"/>
                  <a:gd name="connsiteY10" fmla="*/ 799107 h 800100"/>
                  <a:gd name="connsiteX11" fmla="*/ 184150 w 749300"/>
                  <a:gd name="connsiteY11" fmla="*/ 798116 h 800100"/>
                  <a:gd name="connsiteX12" fmla="*/ 177800 w 749300"/>
                  <a:gd name="connsiteY12" fmla="*/ 209550 h 800100"/>
                  <a:gd name="connsiteX13" fmla="*/ 133350 w 749300"/>
                  <a:gd name="connsiteY13" fmla="*/ 209550 h 800100"/>
                  <a:gd name="connsiteX14" fmla="*/ 136525 w 749300"/>
                  <a:gd name="connsiteY14" fmla="*/ 781050 h 800100"/>
                  <a:gd name="connsiteX0" fmla="*/ 136525 w 749300"/>
                  <a:gd name="connsiteY0" fmla="*/ 797718 h 800100"/>
                  <a:gd name="connsiteX1" fmla="*/ 0 w 749300"/>
                  <a:gd name="connsiteY1" fmla="*/ 727075 h 800100"/>
                  <a:gd name="connsiteX2" fmla="*/ 9525 w 749300"/>
                  <a:gd name="connsiteY2" fmla="*/ 76200 h 800100"/>
                  <a:gd name="connsiteX3" fmla="*/ 104775 w 749300"/>
                  <a:gd name="connsiteY3" fmla="*/ 0 h 800100"/>
                  <a:gd name="connsiteX4" fmla="*/ 650875 w 749300"/>
                  <a:gd name="connsiteY4" fmla="*/ 6350 h 800100"/>
                  <a:gd name="connsiteX5" fmla="*/ 749300 w 749300"/>
                  <a:gd name="connsiteY5" fmla="*/ 98425 h 800100"/>
                  <a:gd name="connsiteX6" fmla="*/ 749300 w 749300"/>
                  <a:gd name="connsiteY6" fmla="*/ 708025 h 800100"/>
                  <a:gd name="connsiteX7" fmla="*/ 603250 w 749300"/>
                  <a:gd name="connsiteY7" fmla="*/ 800100 h 800100"/>
                  <a:gd name="connsiteX8" fmla="*/ 597694 w 749300"/>
                  <a:gd name="connsiteY8" fmla="*/ 212724 h 800100"/>
                  <a:gd name="connsiteX9" fmla="*/ 552450 w 749300"/>
                  <a:gd name="connsiteY9" fmla="*/ 212725 h 800100"/>
                  <a:gd name="connsiteX10" fmla="*/ 559891 w 749300"/>
                  <a:gd name="connsiteY10" fmla="*/ 799107 h 800100"/>
                  <a:gd name="connsiteX11" fmla="*/ 184150 w 749300"/>
                  <a:gd name="connsiteY11" fmla="*/ 798116 h 800100"/>
                  <a:gd name="connsiteX12" fmla="*/ 177800 w 749300"/>
                  <a:gd name="connsiteY12" fmla="*/ 209550 h 800100"/>
                  <a:gd name="connsiteX13" fmla="*/ 133350 w 749300"/>
                  <a:gd name="connsiteY13" fmla="*/ 209550 h 800100"/>
                  <a:gd name="connsiteX14" fmla="*/ 136525 w 749300"/>
                  <a:gd name="connsiteY14" fmla="*/ 797718 h 800100"/>
                  <a:gd name="connsiteX0" fmla="*/ 136525 w 749300"/>
                  <a:gd name="connsiteY0" fmla="*/ 797718 h 800100"/>
                  <a:gd name="connsiteX1" fmla="*/ 0 w 749300"/>
                  <a:gd name="connsiteY1" fmla="*/ 727075 h 800100"/>
                  <a:gd name="connsiteX2" fmla="*/ 9525 w 749300"/>
                  <a:gd name="connsiteY2" fmla="*/ 76200 h 800100"/>
                  <a:gd name="connsiteX3" fmla="*/ 104775 w 749300"/>
                  <a:gd name="connsiteY3" fmla="*/ 0 h 800100"/>
                  <a:gd name="connsiteX4" fmla="*/ 650875 w 749300"/>
                  <a:gd name="connsiteY4" fmla="*/ 6350 h 800100"/>
                  <a:gd name="connsiteX5" fmla="*/ 749300 w 749300"/>
                  <a:gd name="connsiteY5" fmla="*/ 98425 h 800100"/>
                  <a:gd name="connsiteX6" fmla="*/ 749300 w 749300"/>
                  <a:gd name="connsiteY6" fmla="*/ 722610 h 800100"/>
                  <a:gd name="connsiteX7" fmla="*/ 603250 w 749300"/>
                  <a:gd name="connsiteY7" fmla="*/ 800100 h 800100"/>
                  <a:gd name="connsiteX8" fmla="*/ 597694 w 749300"/>
                  <a:gd name="connsiteY8" fmla="*/ 212724 h 800100"/>
                  <a:gd name="connsiteX9" fmla="*/ 552450 w 749300"/>
                  <a:gd name="connsiteY9" fmla="*/ 212725 h 800100"/>
                  <a:gd name="connsiteX10" fmla="*/ 559891 w 749300"/>
                  <a:gd name="connsiteY10" fmla="*/ 799107 h 800100"/>
                  <a:gd name="connsiteX11" fmla="*/ 184150 w 749300"/>
                  <a:gd name="connsiteY11" fmla="*/ 798116 h 800100"/>
                  <a:gd name="connsiteX12" fmla="*/ 177800 w 749300"/>
                  <a:gd name="connsiteY12" fmla="*/ 209550 h 800100"/>
                  <a:gd name="connsiteX13" fmla="*/ 133350 w 749300"/>
                  <a:gd name="connsiteY13" fmla="*/ 209550 h 800100"/>
                  <a:gd name="connsiteX14" fmla="*/ 136525 w 749300"/>
                  <a:gd name="connsiteY14" fmla="*/ 797718 h 800100"/>
                  <a:gd name="connsiteX0" fmla="*/ 136525 w 749300"/>
                  <a:gd name="connsiteY0" fmla="*/ 797718 h 800100"/>
                  <a:gd name="connsiteX1" fmla="*/ 0 w 749300"/>
                  <a:gd name="connsiteY1" fmla="*/ 727075 h 800100"/>
                  <a:gd name="connsiteX2" fmla="*/ 9525 w 749300"/>
                  <a:gd name="connsiteY2" fmla="*/ 76200 h 800100"/>
                  <a:gd name="connsiteX3" fmla="*/ 104775 w 749300"/>
                  <a:gd name="connsiteY3" fmla="*/ 0 h 800100"/>
                  <a:gd name="connsiteX4" fmla="*/ 650875 w 749300"/>
                  <a:gd name="connsiteY4" fmla="*/ 6350 h 800100"/>
                  <a:gd name="connsiteX5" fmla="*/ 749300 w 749300"/>
                  <a:gd name="connsiteY5" fmla="*/ 98425 h 800100"/>
                  <a:gd name="connsiteX6" fmla="*/ 749300 w 749300"/>
                  <a:gd name="connsiteY6" fmla="*/ 722610 h 800100"/>
                  <a:gd name="connsiteX7" fmla="*/ 603250 w 749300"/>
                  <a:gd name="connsiteY7" fmla="*/ 800100 h 800100"/>
                  <a:gd name="connsiteX8" fmla="*/ 597694 w 749300"/>
                  <a:gd name="connsiteY8" fmla="*/ 212724 h 800100"/>
                  <a:gd name="connsiteX9" fmla="*/ 552450 w 749300"/>
                  <a:gd name="connsiteY9" fmla="*/ 212725 h 800100"/>
                  <a:gd name="connsiteX10" fmla="*/ 559891 w 749300"/>
                  <a:gd name="connsiteY10" fmla="*/ 799107 h 800100"/>
                  <a:gd name="connsiteX11" fmla="*/ 184150 w 749300"/>
                  <a:gd name="connsiteY11" fmla="*/ 798116 h 800100"/>
                  <a:gd name="connsiteX12" fmla="*/ 177800 w 749300"/>
                  <a:gd name="connsiteY12" fmla="*/ 209550 h 800100"/>
                  <a:gd name="connsiteX13" fmla="*/ 133350 w 749300"/>
                  <a:gd name="connsiteY13" fmla="*/ 209550 h 800100"/>
                  <a:gd name="connsiteX14" fmla="*/ 136525 w 749300"/>
                  <a:gd name="connsiteY14" fmla="*/ 797718 h 800100"/>
                  <a:gd name="connsiteX0" fmla="*/ 136525 w 749300"/>
                  <a:gd name="connsiteY0" fmla="*/ 797718 h 800100"/>
                  <a:gd name="connsiteX1" fmla="*/ 0 w 749300"/>
                  <a:gd name="connsiteY1" fmla="*/ 727075 h 800100"/>
                  <a:gd name="connsiteX2" fmla="*/ 9525 w 749300"/>
                  <a:gd name="connsiteY2" fmla="*/ 76200 h 800100"/>
                  <a:gd name="connsiteX3" fmla="*/ 104775 w 749300"/>
                  <a:gd name="connsiteY3" fmla="*/ 0 h 800100"/>
                  <a:gd name="connsiteX4" fmla="*/ 648792 w 749300"/>
                  <a:gd name="connsiteY4" fmla="*/ 2183 h 800100"/>
                  <a:gd name="connsiteX5" fmla="*/ 749300 w 749300"/>
                  <a:gd name="connsiteY5" fmla="*/ 98425 h 800100"/>
                  <a:gd name="connsiteX6" fmla="*/ 749300 w 749300"/>
                  <a:gd name="connsiteY6" fmla="*/ 722610 h 800100"/>
                  <a:gd name="connsiteX7" fmla="*/ 603250 w 749300"/>
                  <a:gd name="connsiteY7" fmla="*/ 800100 h 800100"/>
                  <a:gd name="connsiteX8" fmla="*/ 597694 w 749300"/>
                  <a:gd name="connsiteY8" fmla="*/ 212724 h 800100"/>
                  <a:gd name="connsiteX9" fmla="*/ 552450 w 749300"/>
                  <a:gd name="connsiteY9" fmla="*/ 212725 h 800100"/>
                  <a:gd name="connsiteX10" fmla="*/ 559891 w 749300"/>
                  <a:gd name="connsiteY10" fmla="*/ 799107 h 800100"/>
                  <a:gd name="connsiteX11" fmla="*/ 184150 w 749300"/>
                  <a:gd name="connsiteY11" fmla="*/ 798116 h 800100"/>
                  <a:gd name="connsiteX12" fmla="*/ 177800 w 749300"/>
                  <a:gd name="connsiteY12" fmla="*/ 209550 h 800100"/>
                  <a:gd name="connsiteX13" fmla="*/ 133350 w 749300"/>
                  <a:gd name="connsiteY13" fmla="*/ 209550 h 800100"/>
                  <a:gd name="connsiteX14" fmla="*/ 136525 w 749300"/>
                  <a:gd name="connsiteY14" fmla="*/ 797718 h 800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49300" h="800100">
                    <a:moveTo>
                      <a:pt x="136525" y="797718"/>
                    </a:moveTo>
                    <a:cubicBezTo>
                      <a:pt x="57679" y="798776"/>
                      <a:pt x="31221" y="780786"/>
                      <a:pt x="0" y="727075"/>
                    </a:cubicBezTo>
                    <a:lnTo>
                      <a:pt x="9525" y="76200"/>
                    </a:lnTo>
                    <a:cubicBezTo>
                      <a:pt x="22225" y="43656"/>
                      <a:pt x="32544" y="6349"/>
                      <a:pt x="104775" y="0"/>
                    </a:cubicBezTo>
                    <a:lnTo>
                      <a:pt x="648792" y="2183"/>
                    </a:lnTo>
                    <a:cubicBezTo>
                      <a:pt x="712556" y="18588"/>
                      <a:pt x="733161" y="48683"/>
                      <a:pt x="749300" y="98425"/>
                    </a:cubicBezTo>
                    <a:lnTo>
                      <a:pt x="749300" y="722610"/>
                    </a:lnTo>
                    <a:cubicBezTo>
                      <a:pt x="695260" y="807475"/>
                      <a:pt x="661458" y="795602"/>
                      <a:pt x="603250" y="800100"/>
                    </a:cubicBezTo>
                    <a:cubicBezTo>
                      <a:pt x="602192" y="601927"/>
                      <a:pt x="598752" y="410897"/>
                      <a:pt x="597694" y="212724"/>
                    </a:cubicBezTo>
                    <a:cubicBezTo>
                      <a:pt x="599281" y="188911"/>
                      <a:pt x="548481" y="196056"/>
                      <a:pt x="552450" y="212725"/>
                    </a:cubicBezTo>
                    <a:cubicBezTo>
                      <a:pt x="554930" y="408186"/>
                      <a:pt x="557411" y="603646"/>
                      <a:pt x="559891" y="799107"/>
                    </a:cubicBezTo>
                    <a:lnTo>
                      <a:pt x="184150" y="798116"/>
                    </a:lnTo>
                    <a:cubicBezTo>
                      <a:pt x="182033" y="599149"/>
                      <a:pt x="179917" y="408517"/>
                      <a:pt x="177800" y="209550"/>
                    </a:cubicBezTo>
                    <a:cubicBezTo>
                      <a:pt x="174889" y="171450"/>
                      <a:pt x="131499" y="185737"/>
                      <a:pt x="133350" y="209550"/>
                    </a:cubicBezTo>
                    <a:cubicBezTo>
                      <a:pt x="131233" y="395817"/>
                      <a:pt x="129117" y="598751"/>
                      <a:pt x="136525" y="79771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a:p>
            </p:txBody>
          </p:sp>
          <p:sp>
            <p:nvSpPr>
              <p:cNvPr id="100" name="Oval 99"/>
              <p:cNvSpPr/>
              <p:nvPr/>
            </p:nvSpPr>
            <p:spPr>
              <a:xfrm>
                <a:off x="1744536" y="2667000"/>
                <a:ext cx="411480" cy="41148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a:p>
            </p:txBody>
          </p:sp>
        </p:grpSp>
        <p:grpSp>
          <p:nvGrpSpPr>
            <p:cNvPr id="96" name="Group 95"/>
            <p:cNvGrpSpPr/>
            <p:nvPr/>
          </p:nvGrpSpPr>
          <p:grpSpPr>
            <a:xfrm>
              <a:off x="6419808" y="3035821"/>
              <a:ext cx="272296" cy="436130"/>
              <a:chOff x="1522093" y="2667000"/>
              <a:chExt cx="856367" cy="1371624"/>
            </a:xfrm>
            <a:grpFill/>
          </p:grpSpPr>
          <p:sp>
            <p:nvSpPr>
              <p:cNvPr id="97" name="Freeform 96"/>
              <p:cNvSpPr/>
              <p:nvPr/>
            </p:nvSpPr>
            <p:spPr>
              <a:xfrm>
                <a:off x="1522093" y="3124199"/>
                <a:ext cx="856367" cy="914425"/>
              </a:xfrm>
              <a:custGeom>
                <a:avLst/>
                <a:gdLst>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0550 w 749300"/>
                  <a:gd name="connsiteY8" fmla="*/ 212725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0550 w 749300"/>
                  <a:gd name="connsiteY8" fmla="*/ 212725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0550 w 749300"/>
                  <a:gd name="connsiteY8" fmla="*/ 212725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0550 w 749300"/>
                  <a:gd name="connsiteY8" fmla="*/ 212725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0550 w 749300"/>
                  <a:gd name="connsiteY8" fmla="*/ 212725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600075 w 749300"/>
                  <a:gd name="connsiteY8" fmla="*/ 205581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600075 w 749300"/>
                  <a:gd name="connsiteY8" fmla="*/ 219868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3275"/>
                  <a:gd name="connsiteX1" fmla="*/ 0 w 749300"/>
                  <a:gd name="connsiteY1" fmla="*/ 727075 h 803275"/>
                  <a:gd name="connsiteX2" fmla="*/ 9525 w 749300"/>
                  <a:gd name="connsiteY2" fmla="*/ 76200 h 803275"/>
                  <a:gd name="connsiteX3" fmla="*/ 104775 w 749300"/>
                  <a:gd name="connsiteY3" fmla="*/ 0 h 803275"/>
                  <a:gd name="connsiteX4" fmla="*/ 650875 w 749300"/>
                  <a:gd name="connsiteY4" fmla="*/ 6350 h 803275"/>
                  <a:gd name="connsiteX5" fmla="*/ 749300 w 749300"/>
                  <a:gd name="connsiteY5" fmla="*/ 98425 h 803275"/>
                  <a:gd name="connsiteX6" fmla="*/ 749300 w 749300"/>
                  <a:gd name="connsiteY6" fmla="*/ 708025 h 803275"/>
                  <a:gd name="connsiteX7" fmla="*/ 603250 w 749300"/>
                  <a:gd name="connsiteY7" fmla="*/ 800100 h 803275"/>
                  <a:gd name="connsiteX8" fmla="*/ 597694 w 749300"/>
                  <a:gd name="connsiteY8" fmla="*/ 212724 h 803275"/>
                  <a:gd name="connsiteX9" fmla="*/ 552450 w 749300"/>
                  <a:gd name="connsiteY9" fmla="*/ 212725 h 803275"/>
                  <a:gd name="connsiteX10" fmla="*/ 561975 w 749300"/>
                  <a:gd name="connsiteY10" fmla="*/ 803275 h 803275"/>
                  <a:gd name="connsiteX11" fmla="*/ 184150 w 749300"/>
                  <a:gd name="connsiteY11" fmla="*/ 798116 h 803275"/>
                  <a:gd name="connsiteX12" fmla="*/ 177800 w 749300"/>
                  <a:gd name="connsiteY12" fmla="*/ 209550 h 803275"/>
                  <a:gd name="connsiteX13" fmla="*/ 133350 w 749300"/>
                  <a:gd name="connsiteY13" fmla="*/ 209550 h 803275"/>
                  <a:gd name="connsiteX14" fmla="*/ 136525 w 749300"/>
                  <a:gd name="connsiteY14" fmla="*/ 781050 h 803275"/>
                  <a:gd name="connsiteX0" fmla="*/ 136525 w 749300"/>
                  <a:gd name="connsiteY0" fmla="*/ 781050 h 800100"/>
                  <a:gd name="connsiteX1" fmla="*/ 0 w 749300"/>
                  <a:gd name="connsiteY1" fmla="*/ 727075 h 800100"/>
                  <a:gd name="connsiteX2" fmla="*/ 9525 w 749300"/>
                  <a:gd name="connsiteY2" fmla="*/ 76200 h 800100"/>
                  <a:gd name="connsiteX3" fmla="*/ 104775 w 749300"/>
                  <a:gd name="connsiteY3" fmla="*/ 0 h 800100"/>
                  <a:gd name="connsiteX4" fmla="*/ 650875 w 749300"/>
                  <a:gd name="connsiteY4" fmla="*/ 6350 h 800100"/>
                  <a:gd name="connsiteX5" fmla="*/ 749300 w 749300"/>
                  <a:gd name="connsiteY5" fmla="*/ 98425 h 800100"/>
                  <a:gd name="connsiteX6" fmla="*/ 749300 w 749300"/>
                  <a:gd name="connsiteY6" fmla="*/ 708025 h 800100"/>
                  <a:gd name="connsiteX7" fmla="*/ 603250 w 749300"/>
                  <a:gd name="connsiteY7" fmla="*/ 800100 h 800100"/>
                  <a:gd name="connsiteX8" fmla="*/ 597694 w 749300"/>
                  <a:gd name="connsiteY8" fmla="*/ 212724 h 800100"/>
                  <a:gd name="connsiteX9" fmla="*/ 552450 w 749300"/>
                  <a:gd name="connsiteY9" fmla="*/ 212725 h 800100"/>
                  <a:gd name="connsiteX10" fmla="*/ 559891 w 749300"/>
                  <a:gd name="connsiteY10" fmla="*/ 799107 h 800100"/>
                  <a:gd name="connsiteX11" fmla="*/ 184150 w 749300"/>
                  <a:gd name="connsiteY11" fmla="*/ 798116 h 800100"/>
                  <a:gd name="connsiteX12" fmla="*/ 177800 w 749300"/>
                  <a:gd name="connsiteY12" fmla="*/ 209550 h 800100"/>
                  <a:gd name="connsiteX13" fmla="*/ 133350 w 749300"/>
                  <a:gd name="connsiteY13" fmla="*/ 209550 h 800100"/>
                  <a:gd name="connsiteX14" fmla="*/ 136525 w 749300"/>
                  <a:gd name="connsiteY14" fmla="*/ 781050 h 800100"/>
                  <a:gd name="connsiteX0" fmla="*/ 136525 w 749300"/>
                  <a:gd name="connsiteY0" fmla="*/ 797718 h 800100"/>
                  <a:gd name="connsiteX1" fmla="*/ 0 w 749300"/>
                  <a:gd name="connsiteY1" fmla="*/ 727075 h 800100"/>
                  <a:gd name="connsiteX2" fmla="*/ 9525 w 749300"/>
                  <a:gd name="connsiteY2" fmla="*/ 76200 h 800100"/>
                  <a:gd name="connsiteX3" fmla="*/ 104775 w 749300"/>
                  <a:gd name="connsiteY3" fmla="*/ 0 h 800100"/>
                  <a:gd name="connsiteX4" fmla="*/ 650875 w 749300"/>
                  <a:gd name="connsiteY4" fmla="*/ 6350 h 800100"/>
                  <a:gd name="connsiteX5" fmla="*/ 749300 w 749300"/>
                  <a:gd name="connsiteY5" fmla="*/ 98425 h 800100"/>
                  <a:gd name="connsiteX6" fmla="*/ 749300 w 749300"/>
                  <a:gd name="connsiteY6" fmla="*/ 708025 h 800100"/>
                  <a:gd name="connsiteX7" fmla="*/ 603250 w 749300"/>
                  <a:gd name="connsiteY7" fmla="*/ 800100 h 800100"/>
                  <a:gd name="connsiteX8" fmla="*/ 597694 w 749300"/>
                  <a:gd name="connsiteY8" fmla="*/ 212724 h 800100"/>
                  <a:gd name="connsiteX9" fmla="*/ 552450 w 749300"/>
                  <a:gd name="connsiteY9" fmla="*/ 212725 h 800100"/>
                  <a:gd name="connsiteX10" fmla="*/ 559891 w 749300"/>
                  <a:gd name="connsiteY10" fmla="*/ 799107 h 800100"/>
                  <a:gd name="connsiteX11" fmla="*/ 184150 w 749300"/>
                  <a:gd name="connsiteY11" fmla="*/ 798116 h 800100"/>
                  <a:gd name="connsiteX12" fmla="*/ 177800 w 749300"/>
                  <a:gd name="connsiteY12" fmla="*/ 209550 h 800100"/>
                  <a:gd name="connsiteX13" fmla="*/ 133350 w 749300"/>
                  <a:gd name="connsiteY13" fmla="*/ 209550 h 800100"/>
                  <a:gd name="connsiteX14" fmla="*/ 136525 w 749300"/>
                  <a:gd name="connsiteY14" fmla="*/ 797718 h 800100"/>
                  <a:gd name="connsiteX0" fmla="*/ 136525 w 749300"/>
                  <a:gd name="connsiteY0" fmla="*/ 797718 h 800100"/>
                  <a:gd name="connsiteX1" fmla="*/ 0 w 749300"/>
                  <a:gd name="connsiteY1" fmla="*/ 727075 h 800100"/>
                  <a:gd name="connsiteX2" fmla="*/ 9525 w 749300"/>
                  <a:gd name="connsiteY2" fmla="*/ 76200 h 800100"/>
                  <a:gd name="connsiteX3" fmla="*/ 104775 w 749300"/>
                  <a:gd name="connsiteY3" fmla="*/ 0 h 800100"/>
                  <a:gd name="connsiteX4" fmla="*/ 650875 w 749300"/>
                  <a:gd name="connsiteY4" fmla="*/ 6350 h 800100"/>
                  <a:gd name="connsiteX5" fmla="*/ 749300 w 749300"/>
                  <a:gd name="connsiteY5" fmla="*/ 98425 h 800100"/>
                  <a:gd name="connsiteX6" fmla="*/ 749300 w 749300"/>
                  <a:gd name="connsiteY6" fmla="*/ 722610 h 800100"/>
                  <a:gd name="connsiteX7" fmla="*/ 603250 w 749300"/>
                  <a:gd name="connsiteY7" fmla="*/ 800100 h 800100"/>
                  <a:gd name="connsiteX8" fmla="*/ 597694 w 749300"/>
                  <a:gd name="connsiteY8" fmla="*/ 212724 h 800100"/>
                  <a:gd name="connsiteX9" fmla="*/ 552450 w 749300"/>
                  <a:gd name="connsiteY9" fmla="*/ 212725 h 800100"/>
                  <a:gd name="connsiteX10" fmla="*/ 559891 w 749300"/>
                  <a:gd name="connsiteY10" fmla="*/ 799107 h 800100"/>
                  <a:gd name="connsiteX11" fmla="*/ 184150 w 749300"/>
                  <a:gd name="connsiteY11" fmla="*/ 798116 h 800100"/>
                  <a:gd name="connsiteX12" fmla="*/ 177800 w 749300"/>
                  <a:gd name="connsiteY12" fmla="*/ 209550 h 800100"/>
                  <a:gd name="connsiteX13" fmla="*/ 133350 w 749300"/>
                  <a:gd name="connsiteY13" fmla="*/ 209550 h 800100"/>
                  <a:gd name="connsiteX14" fmla="*/ 136525 w 749300"/>
                  <a:gd name="connsiteY14" fmla="*/ 797718 h 800100"/>
                  <a:gd name="connsiteX0" fmla="*/ 136525 w 749300"/>
                  <a:gd name="connsiteY0" fmla="*/ 797718 h 800100"/>
                  <a:gd name="connsiteX1" fmla="*/ 0 w 749300"/>
                  <a:gd name="connsiteY1" fmla="*/ 727075 h 800100"/>
                  <a:gd name="connsiteX2" fmla="*/ 9525 w 749300"/>
                  <a:gd name="connsiteY2" fmla="*/ 76200 h 800100"/>
                  <a:gd name="connsiteX3" fmla="*/ 104775 w 749300"/>
                  <a:gd name="connsiteY3" fmla="*/ 0 h 800100"/>
                  <a:gd name="connsiteX4" fmla="*/ 650875 w 749300"/>
                  <a:gd name="connsiteY4" fmla="*/ 6350 h 800100"/>
                  <a:gd name="connsiteX5" fmla="*/ 749300 w 749300"/>
                  <a:gd name="connsiteY5" fmla="*/ 98425 h 800100"/>
                  <a:gd name="connsiteX6" fmla="*/ 749300 w 749300"/>
                  <a:gd name="connsiteY6" fmla="*/ 722610 h 800100"/>
                  <a:gd name="connsiteX7" fmla="*/ 603250 w 749300"/>
                  <a:gd name="connsiteY7" fmla="*/ 800100 h 800100"/>
                  <a:gd name="connsiteX8" fmla="*/ 597694 w 749300"/>
                  <a:gd name="connsiteY8" fmla="*/ 212724 h 800100"/>
                  <a:gd name="connsiteX9" fmla="*/ 552450 w 749300"/>
                  <a:gd name="connsiteY9" fmla="*/ 212725 h 800100"/>
                  <a:gd name="connsiteX10" fmla="*/ 559891 w 749300"/>
                  <a:gd name="connsiteY10" fmla="*/ 799107 h 800100"/>
                  <a:gd name="connsiteX11" fmla="*/ 184150 w 749300"/>
                  <a:gd name="connsiteY11" fmla="*/ 798116 h 800100"/>
                  <a:gd name="connsiteX12" fmla="*/ 177800 w 749300"/>
                  <a:gd name="connsiteY12" fmla="*/ 209550 h 800100"/>
                  <a:gd name="connsiteX13" fmla="*/ 133350 w 749300"/>
                  <a:gd name="connsiteY13" fmla="*/ 209550 h 800100"/>
                  <a:gd name="connsiteX14" fmla="*/ 136525 w 749300"/>
                  <a:gd name="connsiteY14" fmla="*/ 797718 h 800100"/>
                  <a:gd name="connsiteX0" fmla="*/ 136525 w 749300"/>
                  <a:gd name="connsiteY0" fmla="*/ 797718 h 800100"/>
                  <a:gd name="connsiteX1" fmla="*/ 0 w 749300"/>
                  <a:gd name="connsiteY1" fmla="*/ 727075 h 800100"/>
                  <a:gd name="connsiteX2" fmla="*/ 9525 w 749300"/>
                  <a:gd name="connsiteY2" fmla="*/ 76200 h 800100"/>
                  <a:gd name="connsiteX3" fmla="*/ 104775 w 749300"/>
                  <a:gd name="connsiteY3" fmla="*/ 0 h 800100"/>
                  <a:gd name="connsiteX4" fmla="*/ 648792 w 749300"/>
                  <a:gd name="connsiteY4" fmla="*/ 2183 h 800100"/>
                  <a:gd name="connsiteX5" fmla="*/ 749300 w 749300"/>
                  <a:gd name="connsiteY5" fmla="*/ 98425 h 800100"/>
                  <a:gd name="connsiteX6" fmla="*/ 749300 w 749300"/>
                  <a:gd name="connsiteY6" fmla="*/ 722610 h 800100"/>
                  <a:gd name="connsiteX7" fmla="*/ 603250 w 749300"/>
                  <a:gd name="connsiteY7" fmla="*/ 800100 h 800100"/>
                  <a:gd name="connsiteX8" fmla="*/ 597694 w 749300"/>
                  <a:gd name="connsiteY8" fmla="*/ 212724 h 800100"/>
                  <a:gd name="connsiteX9" fmla="*/ 552450 w 749300"/>
                  <a:gd name="connsiteY9" fmla="*/ 212725 h 800100"/>
                  <a:gd name="connsiteX10" fmla="*/ 559891 w 749300"/>
                  <a:gd name="connsiteY10" fmla="*/ 799107 h 800100"/>
                  <a:gd name="connsiteX11" fmla="*/ 184150 w 749300"/>
                  <a:gd name="connsiteY11" fmla="*/ 798116 h 800100"/>
                  <a:gd name="connsiteX12" fmla="*/ 177800 w 749300"/>
                  <a:gd name="connsiteY12" fmla="*/ 209550 h 800100"/>
                  <a:gd name="connsiteX13" fmla="*/ 133350 w 749300"/>
                  <a:gd name="connsiteY13" fmla="*/ 209550 h 800100"/>
                  <a:gd name="connsiteX14" fmla="*/ 136525 w 749300"/>
                  <a:gd name="connsiteY14" fmla="*/ 797718 h 800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49300" h="800100">
                    <a:moveTo>
                      <a:pt x="136525" y="797718"/>
                    </a:moveTo>
                    <a:cubicBezTo>
                      <a:pt x="57679" y="798776"/>
                      <a:pt x="31221" y="780786"/>
                      <a:pt x="0" y="727075"/>
                    </a:cubicBezTo>
                    <a:lnTo>
                      <a:pt x="9525" y="76200"/>
                    </a:lnTo>
                    <a:cubicBezTo>
                      <a:pt x="22225" y="43656"/>
                      <a:pt x="32544" y="6349"/>
                      <a:pt x="104775" y="0"/>
                    </a:cubicBezTo>
                    <a:lnTo>
                      <a:pt x="648792" y="2183"/>
                    </a:lnTo>
                    <a:cubicBezTo>
                      <a:pt x="712556" y="18588"/>
                      <a:pt x="733161" y="48683"/>
                      <a:pt x="749300" y="98425"/>
                    </a:cubicBezTo>
                    <a:lnTo>
                      <a:pt x="749300" y="722610"/>
                    </a:lnTo>
                    <a:cubicBezTo>
                      <a:pt x="695260" y="807475"/>
                      <a:pt x="661458" y="795602"/>
                      <a:pt x="603250" y="800100"/>
                    </a:cubicBezTo>
                    <a:cubicBezTo>
                      <a:pt x="602192" y="601927"/>
                      <a:pt x="598752" y="410897"/>
                      <a:pt x="597694" y="212724"/>
                    </a:cubicBezTo>
                    <a:cubicBezTo>
                      <a:pt x="599281" y="188911"/>
                      <a:pt x="548481" y="196056"/>
                      <a:pt x="552450" y="212725"/>
                    </a:cubicBezTo>
                    <a:cubicBezTo>
                      <a:pt x="554930" y="408186"/>
                      <a:pt x="557411" y="603646"/>
                      <a:pt x="559891" y="799107"/>
                    </a:cubicBezTo>
                    <a:lnTo>
                      <a:pt x="184150" y="798116"/>
                    </a:lnTo>
                    <a:cubicBezTo>
                      <a:pt x="182033" y="599149"/>
                      <a:pt x="179917" y="408517"/>
                      <a:pt x="177800" y="209550"/>
                    </a:cubicBezTo>
                    <a:cubicBezTo>
                      <a:pt x="174889" y="171450"/>
                      <a:pt x="131499" y="185737"/>
                      <a:pt x="133350" y="209550"/>
                    </a:cubicBezTo>
                    <a:cubicBezTo>
                      <a:pt x="131233" y="395817"/>
                      <a:pt x="129117" y="598751"/>
                      <a:pt x="136525" y="79771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a:p>
            </p:txBody>
          </p:sp>
          <p:sp>
            <p:nvSpPr>
              <p:cNvPr id="98" name="Oval 97"/>
              <p:cNvSpPr/>
              <p:nvPr/>
            </p:nvSpPr>
            <p:spPr>
              <a:xfrm>
                <a:off x="1744536" y="2667000"/>
                <a:ext cx="411480" cy="41148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a:p>
            </p:txBody>
          </p:sp>
        </p:grpSp>
      </p:grpSp>
      <p:grpSp>
        <p:nvGrpSpPr>
          <p:cNvPr id="101" name="Group 100"/>
          <p:cNvGrpSpPr/>
          <p:nvPr/>
        </p:nvGrpSpPr>
        <p:grpSpPr>
          <a:xfrm>
            <a:off x="7809621" y="1998844"/>
            <a:ext cx="661524" cy="436130"/>
            <a:chOff x="6030580" y="3035821"/>
            <a:chExt cx="661524" cy="436130"/>
          </a:xfrm>
          <a:solidFill>
            <a:schemeClr val="accent1"/>
          </a:solidFill>
        </p:grpSpPr>
        <p:grpSp>
          <p:nvGrpSpPr>
            <p:cNvPr id="102" name="Group 101"/>
            <p:cNvGrpSpPr/>
            <p:nvPr/>
          </p:nvGrpSpPr>
          <p:grpSpPr>
            <a:xfrm>
              <a:off x="6030580" y="3035821"/>
              <a:ext cx="272296" cy="436130"/>
              <a:chOff x="1522093" y="2667000"/>
              <a:chExt cx="856367" cy="1371624"/>
            </a:xfrm>
            <a:grpFill/>
          </p:grpSpPr>
          <p:sp>
            <p:nvSpPr>
              <p:cNvPr id="106" name="Freeform 105"/>
              <p:cNvSpPr/>
              <p:nvPr/>
            </p:nvSpPr>
            <p:spPr>
              <a:xfrm>
                <a:off x="1522093" y="3124199"/>
                <a:ext cx="856367" cy="914425"/>
              </a:xfrm>
              <a:custGeom>
                <a:avLst/>
                <a:gdLst>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0550 w 749300"/>
                  <a:gd name="connsiteY8" fmla="*/ 212725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0550 w 749300"/>
                  <a:gd name="connsiteY8" fmla="*/ 212725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0550 w 749300"/>
                  <a:gd name="connsiteY8" fmla="*/ 212725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0550 w 749300"/>
                  <a:gd name="connsiteY8" fmla="*/ 212725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0550 w 749300"/>
                  <a:gd name="connsiteY8" fmla="*/ 212725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600075 w 749300"/>
                  <a:gd name="connsiteY8" fmla="*/ 205581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600075 w 749300"/>
                  <a:gd name="connsiteY8" fmla="*/ 219868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3275"/>
                  <a:gd name="connsiteX1" fmla="*/ 0 w 749300"/>
                  <a:gd name="connsiteY1" fmla="*/ 727075 h 803275"/>
                  <a:gd name="connsiteX2" fmla="*/ 9525 w 749300"/>
                  <a:gd name="connsiteY2" fmla="*/ 76200 h 803275"/>
                  <a:gd name="connsiteX3" fmla="*/ 104775 w 749300"/>
                  <a:gd name="connsiteY3" fmla="*/ 0 h 803275"/>
                  <a:gd name="connsiteX4" fmla="*/ 650875 w 749300"/>
                  <a:gd name="connsiteY4" fmla="*/ 6350 h 803275"/>
                  <a:gd name="connsiteX5" fmla="*/ 749300 w 749300"/>
                  <a:gd name="connsiteY5" fmla="*/ 98425 h 803275"/>
                  <a:gd name="connsiteX6" fmla="*/ 749300 w 749300"/>
                  <a:gd name="connsiteY6" fmla="*/ 708025 h 803275"/>
                  <a:gd name="connsiteX7" fmla="*/ 603250 w 749300"/>
                  <a:gd name="connsiteY7" fmla="*/ 800100 h 803275"/>
                  <a:gd name="connsiteX8" fmla="*/ 597694 w 749300"/>
                  <a:gd name="connsiteY8" fmla="*/ 212724 h 803275"/>
                  <a:gd name="connsiteX9" fmla="*/ 552450 w 749300"/>
                  <a:gd name="connsiteY9" fmla="*/ 212725 h 803275"/>
                  <a:gd name="connsiteX10" fmla="*/ 561975 w 749300"/>
                  <a:gd name="connsiteY10" fmla="*/ 803275 h 803275"/>
                  <a:gd name="connsiteX11" fmla="*/ 184150 w 749300"/>
                  <a:gd name="connsiteY11" fmla="*/ 798116 h 803275"/>
                  <a:gd name="connsiteX12" fmla="*/ 177800 w 749300"/>
                  <a:gd name="connsiteY12" fmla="*/ 209550 h 803275"/>
                  <a:gd name="connsiteX13" fmla="*/ 133350 w 749300"/>
                  <a:gd name="connsiteY13" fmla="*/ 209550 h 803275"/>
                  <a:gd name="connsiteX14" fmla="*/ 136525 w 749300"/>
                  <a:gd name="connsiteY14" fmla="*/ 781050 h 803275"/>
                  <a:gd name="connsiteX0" fmla="*/ 136525 w 749300"/>
                  <a:gd name="connsiteY0" fmla="*/ 781050 h 800100"/>
                  <a:gd name="connsiteX1" fmla="*/ 0 w 749300"/>
                  <a:gd name="connsiteY1" fmla="*/ 727075 h 800100"/>
                  <a:gd name="connsiteX2" fmla="*/ 9525 w 749300"/>
                  <a:gd name="connsiteY2" fmla="*/ 76200 h 800100"/>
                  <a:gd name="connsiteX3" fmla="*/ 104775 w 749300"/>
                  <a:gd name="connsiteY3" fmla="*/ 0 h 800100"/>
                  <a:gd name="connsiteX4" fmla="*/ 650875 w 749300"/>
                  <a:gd name="connsiteY4" fmla="*/ 6350 h 800100"/>
                  <a:gd name="connsiteX5" fmla="*/ 749300 w 749300"/>
                  <a:gd name="connsiteY5" fmla="*/ 98425 h 800100"/>
                  <a:gd name="connsiteX6" fmla="*/ 749300 w 749300"/>
                  <a:gd name="connsiteY6" fmla="*/ 708025 h 800100"/>
                  <a:gd name="connsiteX7" fmla="*/ 603250 w 749300"/>
                  <a:gd name="connsiteY7" fmla="*/ 800100 h 800100"/>
                  <a:gd name="connsiteX8" fmla="*/ 597694 w 749300"/>
                  <a:gd name="connsiteY8" fmla="*/ 212724 h 800100"/>
                  <a:gd name="connsiteX9" fmla="*/ 552450 w 749300"/>
                  <a:gd name="connsiteY9" fmla="*/ 212725 h 800100"/>
                  <a:gd name="connsiteX10" fmla="*/ 559891 w 749300"/>
                  <a:gd name="connsiteY10" fmla="*/ 799107 h 800100"/>
                  <a:gd name="connsiteX11" fmla="*/ 184150 w 749300"/>
                  <a:gd name="connsiteY11" fmla="*/ 798116 h 800100"/>
                  <a:gd name="connsiteX12" fmla="*/ 177800 w 749300"/>
                  <a:gd name="connsiteY12" fmla="*/ 209550 h 800100"/>
                  <a:gd name="connsiteX13" fmla="*/ 133350 w 749300"/>
                  <a:gd name="connsiteY13" fmla="*/ 209550 h 800100"/>
                  <a:gd name="connsiteX14" fmla="*/ 136525 w 749300"/>
                  <a:gd name="connsiteY14" fmla="*/ 781050 h 800100"/>
                  <a:gd name="connsiteX0" fmla="*/ 136525 w 749300"/>
                  <a:gd name="connsiteY0" fmla="*/ 797718 h 800100"/>
                  <a:gd name="connsiteX1" fmla="*/ 0 w 749300"/>
                  <a:gd name="connsiteY1" fmla="*/ 727075 h 800100"/>
                  <a:gd name="connsiteX2" fmla="*/ 9525 w 749300"/>
                  <a:gd name="connsiteY2" fmla="*/ 76200 h 800100"/>
                  <a:gd name="connsiteX3" fmla="*/ 104775 w 749300"/>
                  <a:gd name="connsiteY3" fmla="*/ 0 h 800100"/>
                  <a:gd name="connsiteX4" fmla="*/ 650875 w 749300"/>
                  <a:gd name="connsiteY4" fmla="*/ 6350 h 800100"/>
                  <a:gd name="connsiteX5" fmla="*/ 749300 w 749300"/>
                  <a:gd name="connsiteY5" fmla="*/ 98425 h 800100"/>
                  <a:gd name="connsiteX6" fmla="*/ 749300 w 749300"/>
                  <a:gd name="connsiteY6" fmla="*/ 708025 h 800100"/>
                  <a:gd name="connsiteX7" fmla="*/ 603250 w 749300"/>
                  <a:gd name="connsiteY7" fmla="*/ 800100 h 800100"/>
                  <a:gd name="connsiteX8" fmla="*/ 597694 w 749300"/>
                  <a:gd name="connsiteY8" fmla="*/ 212724 h 800100"/>
                  <a:gd name="connsiteX9" fmla="*/ 552450 w 749300"/>
                  <a:gd name="connsiteY9" fmla="*/ 212725 h 800100"/>
                  <a:gd name="connsiteX10" fmla="*/ 559891 w 749300"/>
                  <a:gd name="connsiteY10" fmla="*/ 799107 h 800100"/>
                  <a:gd name="connsiteX11" fmla="*/ 184150 w 749300"/>
                  <a:gd name="connsiteY11" fmla="*/ 798116 h 800100"/>
                  <a:gd name="connsiteX12" fmla="*/ 177800 w 749300"/>
                  <a:gd name="connsiteY12" fmla="*/ 209550 h 800100"/>
                  <a:gd name="connsiteX13" fmla="*/ 133350 w 749300"/>
                  <a:gd name="connsiteY13" fmla="*/ 209550 h 800100"/>
                  <a:gd name="connsiteX14" fmla="*/ 136525 w 749300"/>
                  <a:gd name="connsiteY14" fmla="*/ 797718 h 800100"/>
                  <a:gd name="connsiteX0" fmla="*/ 136525 w 749300"/>
                  <a:gd name="connsiteY0" fmla="*/ 797718 h 800100"/>
                  <a:gd name="connsiteX1" fmla="*/ 0 w 749300"/>
                  <a:gd name="connsiteY1" fmla="*/ 727075 h 800100"/>
                  <a:gd name="connsiteX2" fmla="*/ 9525 w 749300"/>
                  <a:gd name="connsiteY2" fmla="*/ 76200 h 800100"/>
                  <a:gd name="connsiteX3" fmla="*/ 104775 w 749300"/>
                  <a:gd name="connsiteY3" fmla="*/ 0 h 800100"/>
                  <a:gd name="connsiteX4" fmla="*/ 650875 w 749300"/>
                  <a:gd name="connsiteY4" fmla="*/ 6350 h 800100"/>
                  <a:gd name="connsiteX5" fmla="*/ 749300 w 749300"/>
                  <a:gd name="connsiteY5" fmla="*/ 98425 h 800100"/>
                  <a:gd name="connsiteX6" fmla="*/ 749300 w 749300"/>
                  <a:gd name="connsiteY6" fmla="*/ 722610 h 800100"/>
                  <a:gd name="connsiteX7" fmla="*/ 603250 w 749300"/>
                  <a:gd name="connsiteY7" fmla="*/ 800100 h 800100"/>
                  <a:gd name="connsiteX8" fmla="*/ 597694 w 749300"/>
                  <a:gd name="connsiteY8" fmla="*/ 212724 h 800100"/>
                  <a:gd name="connsiteX9" fmla="*/ 552450 w 749300"/>
                  <a:gd name="connsiteY9" fmla="*/ 212725 h 800100"/>
                  <a:gd name="connsiteX10" fmla="*/ 559891 w 749300"/>
                  <a:gd name="connsiteY10" fmla="*/ 799107 h 800100"/>
                  <a:gd name="connsiteX11" fmla="*/ 184150 w 749300"/>
                  <a:gd name="connsiteY11" fmla="*/ 798116 h 800100"/>
                  <a:gd name="connsiteX12" fmla="*/ 177800 w 749300"/>
                  <a:gd name="connsiteY12" fmla="*/ 209550 h 800100"/>
                  <a:gd name="connsiteX13" fmla="*/ 133350 w 749300"/>
                  <a:gd name="connsiteY13" fmla="*/ 209550 h 800100"/>
                  <a:gd name="connsiteX14" fmla="*/ 136525 w 749300"/>
                  <a:gd name="connsiteY14" fmla="*/ 797718 h 800100"/>
                  <a:gd name="connsiteX0" fmla="*/ 136525 w 749300"/>
                  <a:gd name="connsiteY0" fmla="*/ 797718 h 800100"/>
                  <a:gd name="connsiteX1" fmla="*/ 0 w 749300"/>
                  <a:gd name="connsiteY1" fmla="*/ 727075 h 800100"/>
                  <a:gd name="connsiteX2" fmla="*/ 9525 w 749300"/>
                  <a:gd name="connsiteY2" fmla="*/ 76200 h 800100"/>
                  <a:gd name="connsiteX3" fmla="*/ 104775 w 749300"/>
                  <a:gd name="connsiteY3" fmla="*/ 0 h 800100"/>
                  <a:gd name="connsiteX4" fmla="*/ 650875 w 749300"/>
                  <a:gd name="connsiteY4" fmla="*/ 6350 h 800100"/>
                  <a:gd name="connsiteX5" fmla="*/ 749300 w 749300"/>
                  <a:gd name="connsiteY5" fmla="*/ 98425 h 800100"/>
                  <a:gd name="connsiteX6" fmla="*/ 749300 w 749300"/>
                  <a:gd name="connsiteY6" fmla="*/ 722610 h 800100"/>
                  <a:gd name="connsiteX7" fmla="*/ 603250 w 749300"/>
                  <a:gd name="connsiteY7" fmla="*/ 800100 h 800100"/>
                  <a:gd name="connsiteX8" fmla="*/ 597694 w 749300"/>
                  <a:gd name="connsiteY8" fmla="*/ 212724 h 800100"/>
                  <a:gd name="connsiteX9" fmla="*/ 552450 w 749300"/>
                  <a:gd name="connsiteY9" fmla="*/ 212725 h 800100"/>
                  <a:gd name="connsiteX10" fmla="*/ 559891 w 749300"/>
                  <a:gd name="connsiteY10" fmla="*/ 799107 h 800100"/>
                  <a:gd name="connsiteX11" fmla="*/ 184150 w 749300"/>
                  <a:gd name="connsiteY11" fmla="*/ 798116 h 800100"/>
                  <a:gd name="connsiteX12" fmla="*/ 177800 w 749300"/>
                  <a:gd name="connsiteY12" fmla="*/ 209550 h 800100"/>
                  <a:gd name="connsiteX13" fmla="*/ 133350 w 749300"/>
                  <a:gd name="connsiteY13" fmla="*/ 209550 h 800100"/>
                  <a:gd name="connsiteX14" fmla="*/ 136525 w 749300"/>
                  <a:gd name="connsiteY14" fmla="*/ 797718 h 800100"/>
                  <a:gd name="connsiteX0" fmla="*/ 136525 w 749300"/>
                  <a:gd name="connsiteY0" fmla="*/ 797718 h 800100"/>
                  <a:gd name="connsiteX1" fmla="*/ 0 w 749300"/>
                  <a:gd name="connsiteY1" fmla="*/ 727075 h 800100"/>
                  <a:gd name="connsiteX2" fmla="*/ 9525 w 749300"/>
                  <a:gd name="connsiteY2" fmla="*/ 76200 h 800100"/>
                  <a:gd name="connsiteX3" fmla="*/ 104775 w 749300"/>
                  <a:gd name="connsiteY3" fmla="*/ 0 h 800100"/>
                  <a:gd name="connsiteX4" fmla="*/ 648792 w 749300"/>
                  <a:gd name="connsiteY4" fmla="*/ 2183 h 800100"/>
                  <a:gd name="connsiteX5" fmla="*/ 749300 w 749300"/>
                  <a:gd name="connsiteY5" fmla="*/ 98425 h 800100"/>
                  <a:gd name="connsiteX6" fmla="*/ 749300 w 749300"/>
                  <a:gd name="connsiteY6" fmla="*/ 722610 h 800100"/>
                  <a:gd name="connsiteX7" fmla="*/ 603250 w 749300"/>
                  <a:gd name="connsiteY7" fmla="*/ 800100 h 800100"/>
                  <a:gd name="connsiteX8" fmla="*/ 597694 w 749300"/>
                  <a:gd name="connsiteY8" fmla="*/ 212724 h 800100"/>
                  <a:gd name="connsiteX9" fmla="*/ 552450 w 749300"/>
                  <a:gd name="connsiteY9" fmla="*/ 212725 h 800100"/>
                  <a:gd name="connsiteX10" fmla="*/ 559891 w 749300"/>
                  <a:gd name="connsiteY10" fmla="*/ 799107 h 800100"/>
                  <a:gd name="connsiteX11" fmla="*/ 184150 w 749300"/>
                  <a:gd name="connsiteY11" fmla="*/ 798116 h 800100"/>
                  <a:gd name="connsiteX12" fmla="*/ 177800 w 749300"/>
                  <a:gd name="connsiteY12" fmla="*/ 209550 h 800100"/>
                  <a:gd name="connsiteX13" fmla="*/ 133350 w 749300"/>
                  <a:gd name="connsiteY13" fmla="*/ 209550 h 800100"/>
                  <a:gd name="connsiteX14" fmla="*/ 136525 w 749300"/>
                  <a:gd name="connsiteY14" fmla="*/ 797718 h 800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49300" h="800100">
                    <a:moveTo>
                      <a:pt x="136525" y="797718"/>
                    </a:moveTo>
                    <a:cubicBezTo>
                      <a:pt x="57679" y="798776"/>
                      <a:pt x="31221" y="780786"/>
                      <a:pt x="0" y="727075"/>
                    </a:cubicBezTo>
                    <a:lnTo>
                      <a:pt x="9525" y="76200"/>
                    </a:lnTo>
                    <a:cubicBezTo>
                      <a:pt x="22225" y="43656"/>
                      <a:pt x="32544" y="6349"/>
                      <a:pt x="104775" y="0"/>
                    </a:cubicBezTo>
                    <a:lnTo>
                      <a:pt x="648792" y="2183"/>
                    </a:lnTo>
                    <a:cubicBezTo>
                      <a:pt x="712556" y="18588"/>
                      <a:pt x="733161" y="48683"/>
                      <a:pt x="749300" y="98425"/>
                    </a:cubicBezTo>
                    <a:lnTo>
                      <a:pt x="749300" y="722610"/>
                    </a:lnTo>
                    <a:cubicBezTo>
                      <a:pt x="695260" y="807475"/>
                      <a:pt x="661458" y="795602"/>
                      <a:pt x="603250" y="800100"/>
                    </a:cubicBezTo>
                    <a:cubicBezTo>
                      <a:pt x="602192" y="601927"/>
                      <a:pt x="598752" y="410897"/>
                      <a:pt x="597694" y="212724"/>
                    </a:cubicBezTo>
                    <a:cubicBezTo>
                      <a:pt x="599281" y="188911"/>
                      <a:pt x="548481" y="196056"/>
                      <a:pt x="552450" y="212725"/>
                    </a:cubicBezTo>
                    <a:cubicBezTo>
                      <a:pt x="554930" y="408186"/>
                      <a:pt x="557411" y="603646"/>
                      <a:pt x="559891" y="799107"/>
                    </a:cubicBezTo>
                    <a:lnTo>
                      <a:pt x="184150" y="798116"/>
                    </a:lnTo>
                    <a:cubicBezTo>
                      <a:pt x="182033" y="599149"/>
                      <a:pt x="179917" y="408517"/>
                      <a:pt x="177800" y="209550"/>
                    </a:cubicBezTo>
                    <a:cubicBezTo>
                      <a:pt x="174889" y="171450"/>
                      <a:pt x="131499" y="185737"/>
                      <a:pt x="133350" y="209550"/>
                    </a:cubicBezTo>
                    <a:cubicBezTo>
                      <a:pt x="131233" y="395817"/>
                      <a:pt x="129117" y="598751"/>
                      <a:pt x="136525" y="79771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a:p>
            </p:txBody>
          </p:sp>
          <p:sp>
            <p:nvSpPr>
              <p:cNvPr id="107" name="Oval 106"/>
              <p:cNvSpPr/>
              <p:nvPr/>
            </p:nvSpPr>
            <p:spPr>
              <a:xfrm>
                <a:off x="1744536" y="2667000"/>
                <a:ext cx="411480" cy="41148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a:p>
            </p:txBody>
          </p:sp>
        </p:grpSp>
        <p:grpSp>
          <p:nvGrpSpPr>
            <p:cNvPr id="103" name="Group 102"/>
            <p:cNvGrpSpPr/>
            <p:nvPr/>
          </p:nvGrpSpPr>
          <p:grpSpPr>
            <a:xfrm>
              <a:off x="6419808" y="3035821"/>
              <a:ext cx="272296" cy="436130"/>
              <a:chOff x="1522093" y="2667000"/>
              <a:chExt cx="856367" cy="1371624"/>
            </a:xfrm>
            <a:grpFill/>
          </p:grpSpPr>
          <p:sp>
            <p:nvSpPr>
              <p:cNvPr id="104" name="Freeform 103"/>
              <p:cNvSpPr/>
              <p:nvPr/>
            </p:nvSpPr>
            <p:spPr>
              <a:xfrm>
                <a:off x="1522093" y="3124199"/>
                <a:ext cx="856367" cy="914425"/>
              </a:xfrm>
              <a:custGeom>
                <a:avLst/>
                <a:gdLst>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0550 w 749300"/>
                  <a:gd name="connsiteY8" fmla="*/ 212725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0550 w 749300"/>
                  <a:gd name="connsiteY8" fmla="*/ 212725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0550 w 749300"/>
                  <a:gd name="connsiteY8" fmla="*/ 212725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0550 w 749300"/>
                  <a:gd name="connsiteY8" fmla="*/ 212725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0550 w 749300"/>
                  <a:gd name="connsiteY8" fmla="*/ 212725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600075 w 749300"/>
                  <a:gd name="connsiteY8" fmla="*/ 205581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600075 w 749300"/>
                  <a:gd name="connsiteY8" fmla="*/ 219868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6450"/>
                  <a:gd name="connsiteX1" fmla="*/ 0 w 749300"/>
                  <a:gd name="connsiteY1" fmla="*/ 727075 h 806450"/>
                  <a:gd name="connsiteX2" fmla="*/ 9525 w 749300"/>
                  <a:gd name="connsiteY2" fmla="*/ 76200 h 806450"/>
                  <a:gd name="connsiteX3" fmla="*/ 104775 w 749300"/>
                  <a:gd name="connsiteY3" fmla="*/ 0 h 806450"/>
                  <a:gd name="connsiteX4" fmla="*/ 650875 w 749300"/>
                  <a:gd name="connsiteY4" fmla="*/ 6350 h 806450"/>
                  <a:gd name="connsiteX5" fmla="*/ 749300 w 749300"/>
                  <a:gd name="connsiteY5" fmla="*/ 98425 h 806450"/>
                  <a:gd name="connsiteX6" fmla="*/ 749300 w 749300"/>
                  <a:gd name="connsiteY6" fmla="*/ 708025 h 806450"/>
                  <a:gd name="connsiteX7" fmla="*/ 603250 w 749300"/>
                  <a:gd name="connsiteY7" fmla="*/ 800100 h 806450"/>
                  <a:gd name="connsiteX8" fmla="*/ 597694 w 749300"/>
                  <a:gd name="connsiteY8" fmla="*/ 212724 h 806450"/>
                  <a:gd name="connsiteX9" fmla="*/ 552450 w 749300"/>
                  <a:gd name="connsiteY9" fmla="*/ 212725 h 806450"/>
                  <a:gd name="connsiteX10" fmla="*/ 561975 w 749300"/>
                  <a:gd name="connsiteY10" fmla="*/ 803275 h 806450"/>
                  <a:gd name="connsiteX11" fmla="*/ 184150 w 749300"/>
                  <a:gd name="connsiteY11" fmla="*/ 806450 h 806450"/>
                  <a:gd name="connsiteX12" fmla="*/ 177800 w 749300"/>
                  <a:gd name="connsiteY12" fmla="*/ 209550 h 806450"/>
                  <a:gd name="connsiteX13" fmla="*/ 133350 w 749300"/>
                  <a:gd name="connsiteY13" fmla="*/ 209550 h 806450"/>
                  <a:gd name="connsiteX14" fmla="*/ 136525 w 749300"/>
                  <a:gd name="connsiteY14" fmla="*/ 781050 h 806450"/>
                  <a:gd name="connsiteX0" fmla="*/ 136525 w 749300"/>
                  <a:gd name="connsiteY0" fmla="*/ 781050 h 803275"/>
                  <a:gd name="connsiteX1" fmla="*/ 0 w 749300"/>
                  <a:gd name="connsiteY1" fmla="*/ 727075 h 803275"/>
                  <a:gd name="connsiteX2" fmla="*/ 9525 w 749300"/>
                  <a:gd name="connsiteY2" fmla="*/ 76200 h 803275"/>
                  <a:gd name="connsiteX3" fmla="*/ 104775 w 749300"/>
                  <a:gd name="connsiteY3" fmla="*/ 0 h 803275"/>
                  <a:gd name="connsiteX4" fmla="*/ 650875 w 749300"/>
                  <a:gd name="connsiteY4" fmla="*/ 6350 h 803275"/>
                  <a:gd name="connsiteX5" fmla="*/ 749300 w 749300"/>
                  <a:gd name="connsiteY5" fmla="*/ 98425 h 803275"/>
                  <a:gd name="connsiteX6" fmla="*/ 749300 w 749300"/>
                  <a:gd name="connsiteY6" fmla="*/ 708025 h 803275"/>
                  <a:gd name="connsiteX7" fmla="*/ 603250 w 749300"/>
                  <a:gd name="connsiteY7" fmla="*/ 800100 h 803275"/>
                  <a:gd name="connsiteX8" fmla="*/ 597694 w 749300"/>
                  <a:gd name="connsiteY8" fmla="*/ 212724 h 803275"/>
                  <a:gd name="connsiteX9" fmla="*/ 552450 w 749300"/>
                  <a:gd name="connsiteY9" fmla="*/ 212725 h 803275"/>
                  <a:gd name="connsiteX10" fmla="*/ 561975 w 749300"/>
                  <a:gd name="connsiteY10" fmla="*/ 803275 h 803275"/>
                  <a:gd name="connsiteX11" fmla="*/ 184150 w 749300"/>
                  <a:gd name="connsiteY11" fmla="*/ 798116 h 803275"/>
                  <a:gd name="connsiteX12" fmla="*/ 177800 w 749300"/>
                  <a:gd name="connsiteY12" fmla="*/ 209550 h 803275"/>
                  <a:gd name="connsiteX13" fmla="*/ 133350 w 749300"/>
                  <a:gd name="connsiteY13" fmla="*/ 209550 h 803275"/>
                  <a:gd name="connsiteX14" fmla="*/ 136525 w 749300"/>
                  <a:gd name="connsiteY14" fmla="*/ 781050 h 803275"/>
                  <a:gd name="connsiteX0" fmla="*/ 136525 w 749300"/>
                  <a:gd name="connsiteY0" fmla="*/ 781050 h 800100"/>
                  <a:gd name="connsiteX1" fmla="*/ 0 w 749300"/>
                  <a:gd name="connsiteY1" fmla="*/ 727075 h 800100"/>
                  <a:gd name="connsiteX2" fmla="*/ 9525 w 749300"/>
                  <a:gd name="connsiteY2" fmla="*/ 76200 h 800100"/>
                  <a:gd name="connsiteX3" fmla="*/ 104775 w 749300"/>
                  <a:gd name="connsiteY3" fmla="*/ 0 h 800100"/>
                  <a:gd name="connsiteX4" fmla="*/ 650875 w 749300"/>
                  <a:gd name="connsiteY4" fmla="*/ 6350 h 800100"/>
                  <a:gd name="connsiteX5" fmla="*/ 749300 w 749300"/>
                  <a:gd name="connsiteY5" fmla="*/ 98425 h 800100"/>
                  <a:gd name="connsiteX6" fmla="*/ 749300 w 749300"/>
                  <a:gd name="connsiteY6" fmla="*/ 708025 h 800100"/>
                  <a:gd name="connsiteX7" fmla="*/ 603250 w 749300"/>
                  <a:gd name="connsiteY7" fmla="*/ 800100 h 800100"/>
                  <a:gd name="connsiteX8" fmla="*/ 597694 w 749300"/>
                  <a:gd name="connsiteY8" fmla="*/ 212724 h 800100"/>
                  <a:gd name="connsiteX9" fmla="*/ 552450 w 749300"/>
                  <a:gd name="connsiteY9" fmla="*/ 212725 h 800100"/>
                  <a:gd name="connsiteX10" fmla="*/ 559891 w 749300"/>
                  <a:gd name="connsiteY10" fmla="*/ 799107 h 800100"/>
                  <a:gd name="connsiteX11" fmla="*/ 184150 w 749300"/>
                  <a:gd name="connsiteY11" fmla="*/ 798116 h 800100"/>
                  <a:gd name="connsiteX12" fmla="*/ 177800 w 749300"/>
                  <a:gd name="connsiteY12" fmla="*/ 209550 h 800100"/>
                  <a:gd name="connsiteX13" fmla="*/ 133350 w 749300"/>
                  <a:gd name="connsiteY13" fmla="*/ 209550 h 800100"/>
                  <a:gd name="connsiteX14" fmla="*/ 136525 w 749300"/>
                  <a:gd name="connsiteY14" fmla="*/ 781050 h 800100"/>
                  <a:gd name="connsiteX0" fmla="*/ 136525 w 749300"/>
                  <a:gd name="connsiteY0" fmla="*/ 797718 h 800100"/>
                  <a:gd name="connsiteX1" fmla="*/ 0 w 749300"/>
                  <a:gd name="connsiteY1" fmla="*/ 727075 h 800100"/>
                  <a:gd name="connsiteX2" fmla="*/ 9525 w 749300"/>
                  <a:gd name="connsiteY2" fmla="*/ 76200 h 800100"/>
                  <a:gd name="connsiteX3" fmla="*/ 104775 w 749300"/>
                  <a:gd name="connsiteY3" fmla="*/ 0 h 800100"/>
                  <a:gd name="connsiteX4" fmla="*/ 650875 w 749300"/>
                  <a:gd name="connsiteY4" fmla="*/ 6350 h 800100"/>
                  <a:gd name="connsiteX5" fmla="*/ 749300 w 749300"/>
                  <a:gd name="connsiteY5" fmla="*/ 98425 h 800100"/>
                  <a:gd name="connsiteX6" fmla="*/ 749300 w 749300"/>
                  <a:gd name="connsiteY6" fmla="*/ 708025 h 800100"/>
                  <a:gd name="connsiteX7" fmla="*/ 603250 w 749300"/>
                  <a:gd name="connsiteY7" fmla="*/ 800100 h 800100"/>
                  <a:gd name="connsiteX8" fmla="*/ 597694 w 749300"/>
                  <a:gd name="connsiteY8" fmla="*/ 212724 h 800100"/>
                  <a:gd name="connsiteX9" fmla="*/ 552450 w 749300"/>
                  <a:gd name="connsiteY9" fmla="*/ 212725 h 800100"/>
                  <a:gd name="connsiteX10" fmla="*/ 559891 w 749300"/>
                  <a:gd name="connsiteY10" fmla="*/ 799107 h 800100"/>
                  <a:gd name="connsiteX11" fmla="*/ 184150 w 749300"/>
                  <a:gd name="connsiteY11" fmla="*/ 798116 h 800100"/>
                  <a:gd name="connsiteX12" fmla="*/ 177800 w 749300"/>
                  <a:gd name="connsiteY12" fmla="*/ 209550 h 800100"/>
                  <a:gd name="connsiteX13" fmla="*/ 133350 w 749300"/>
                  <a:gd name="connsiteY13" fmla="*/ 209550 h 800100"/>
                  <a:gd name="connsiteX14" fmla="*/ 136525 w 749300"/>
                  <a:gd name="connsiteY14" fmla="*/ 797718 h 800100"/>
                  <a:gd name="connsiteX0" fmla="*/ 136525 w 749300"/>
                  <a:gd name="connsiteY0" fmla="*/ 797718 h 800100"/>
                  <a:gd name="connsiteX1" fmla="*/ 0 w 749300"/>
                  <a:gd name="connsiteY1" fmla="*/ 727075 h 800100"/>
                  <a:gd name="connsiteX2" fmla="*/ 9525 w 749300"/>
                  <a:gd name="connsiteY2" fmla="*/ 76200 h 800100"/>
                  <a:gd name="connsiteX3" fmla="*/ 104775 w 749300"/>
                  <a:gd name="connsiteY3" fmla="*/ 0 h 800100"/>
                  <a:gd name="connsiteX4" fmla="*/ 650875 w 749300"/>
                  <a:gd name="connsiteY4" fmla="*/ 6350 h 800100"/>
                  <a:gd name="connsiteX5" fmla="*/ 749300 w 749300"/>
                  <a:gd name="connsiteY5" fmla="*/ 98425 h 800100"/>
                  <a:gd name="connsiteX6" fmla="*/ 749300 w 749300"/>
                  <a:gd name="connsiteY6" fmla="*/ 722610 h 800100"/>
                  <a:gd name="connsiteX7" fmla="*/ 603250 w 749300"/>
                  <a:gd name="connsiteY7" fmla="*/ 800100 h 800100"/>
                  <a:gd name="connsiteX8" fmla="*/ 597694 w 749300"/>
                  <a:gd name="connsiteY8" fmla="*/ 212724 h 800100"/>
                  <a:gd name="connsiteX9" fmla="*/ 552450 w 749300"/>
                  <a:gd name="connsiteY9" fmla="*/ 212725 h 800100"/>
                  <a:gd name="connsiteX10" fmla="*/ 559891 w 749300"/>
                  <a:gd name="connsiteY10" fmla="*/ 799107 h 800100"/>
                  <a:gd name="connsiteX11" fmla="*/ 184150 w 749300"/>
                  <a:gd name="connsiteY11" fmla="*/ 798116 h 800100"/>
                  <a:gd name="connsiteX12" fmla="*/ 177800 w 749300"/>
                  <a:gd name="connsiteY12" fmla="*/ 209550 h 800100"/>
                  <a:gd name="connsiteX13" fmla="*/ 133350 w 749300"/>
                  <a:gd name="connsiteY13" fmla="*/ 209550 h 800100"/>
                  <a:gd name="connsiteX14" fmla="*/ 136525 w 749300"/>
                  <a:gd name="connsiteY14" fmla="*/ 797718 h 800100"/>
                  <a:gd name="connsiteX0" fmla="*/ 136525 w 749300"/>
                  <a:gd name="connsiteY0" fmla="*/ 797718 h 800100"/>
                  <a:gd name="connsiteX1" fmla="*/ 0 w 749300"/>
                  <a:gd name="connsiteY1" fmla="*/ 727075 h 800100"/>
                  <a:gd name="connsiteX2" fmla="*/ 9525 w 749300"/>
                  <a:gd name="connsiteY2" fmla="*/ 76200 h 800100"/>
                  <a:gd name="connsiteX3" fmla="*/ 104775 w 749300"/>
                  <a:gd name="connsiteY3" fmla="*/ 0 h 800100"/>
                  <a:gd name="connsiteX4" fmla="*/ 650875 w 749300"/>
                  <a:gd name="connsiteY4" fmla="*/ 6350 h 800100"/>
                  <a:gd name="connsiteX5" fmla="*/ 749300 w 749300"/>
                  <a:gd name="connsiteY5" fmla="*/ 98425 h 800100"/>
                  <a:gd name="connsiteX6" fmla="*/ 749300 w 749300"/>
                  <a:gd name="connsiteY6" fmla="*/ 722610 h 800100"/>
                  <a:gd name="connsiteX7" fmla="*/ 603250 w 749300"/>
                  <a:gd name="connsiteY7" fmla="*/ 800100 h 800100"/>
                  <a:gd name="connsiteX8" fmla="*/ 597694 w 749300"/>
                  <a:gd name="connsiteY8" fmla="*/ 212724 h 800100"/>
                  <a:gd name="connsiteX9" fmla="*/ 552450 w 749300"/>
                  <a:gd name="connsiteY9" fmla="*/ 212725 h 800100"/>
                  <a:gd name="connsiteX10" fmla="*/ 559891 w 749300"/>
                  <a:gd name="connsiteY10" fmla="*/ 799107 h 800100"/>
                  <a:gd name="connsiteX11" fmla="*/ 184150 w 749300"/>
                  <a:gd name="connsiteY11" fmla="*/ 798116 h 800100"/>
                  <a:gd name="connsiteX12" fmla="*/ 177800 w 749300"/>
                  <a:gd name="connsiteY12" fmla="*/ 209550 h 800100"/>
                  <a:gd name="connsiteX13" fmla="*/ 133350 w 749300"/>
                  <a:gd name="connsiteY13" fmla="*/ 209550 h 800100"/>
                  <a:gd name="connsiteX14" fmla="*/ 136525 w 749300"/>
                  <a:gd name="connsiteY14" fmla="*/ 797718 h 800100"/>
                  <a:gd name="connsiteX0" fmla="*/ 136525 w 749300"/>
                  <a:gd name="connsiteY0" fmla="*/ 797718 h 800100"/>
                  <a:gd name="connsiteX1" fmla="*/ 0 w 749300"/>
                  <a:gd name="connsiteY1" fmla="*/ 727075 h 800100"/>
                  <a:gd name="connsiteX2" fmla="*/ 9525 w 749300"/>
                  <a:gd name="connsiteY2" fmla="*/ 76200 h 800100"/>
                  <a:gd name="connsiteX3" fmla="*/ 104775 w 749300"/>
                  <a:gd name="connsiteY3" fmla="*/ 0 h 800100"/>
                  <a:gd name="connsiteX4" fmla="*/ 648792 w 749300"/>
                  <a:gd name="connsiteY4" fmla="*/ 2183 h 800100"/>
                  <a:gd name="connsiteX5" fmla="*/ 749300 w 749300"/>
                  <a:gd name="connsiteY5" fmla="*/ 98425 h 800100"/>
                  <a:gd name="connsiteX6" fmla="*/ 749300 w 749300"/>
                  <a:gd name="connsiteY6" fmla="*/ 722610 h 800100"/>
                  <a:gd name="connsiteX7" fmla="*/ 603250 w 749300"/>
                  <a:gd name="connsiteY7" fmla="*/ 800100 h 800100"/>
                  <a:gd name="connsiteX8" fmla="*/ 597694 w 749300"/>
                  <a:gd name="connsiteY8" fmla="*/ 212724 h 800100"/>
                  <a:gd name="connsiteX9" fmla="*/ 552450 w 749300"/>
                  <a:gd name="connsiteY9" fmla="*/ 212725 h 800100"/>
                  <a:gd name="connsiteX10" fmla="*/ 559891 w 749300"/>
                  <a:gd name="connsiteY10" fmla="*/ 799107 h 800100"/>
                  <a:gd name="connsiteX11" fmla="*/ 184150 w 749300"/>
                  <a:gd name="connsiteY11" fmla="*/ 798116 h 800100"/>
                  <a:gd name="connsiteX12" fmla="*/ 177800 w 749300"/>
                  <a:gd name="connsiteY12" fmla="*/ 209550 h 800100"/>
                  <a:gd name="connsiteX13" fmla="*/ 133350 w 749300"/>
                  <a:gd name="connsiteY13" fmla="*/ 209550 h 800100"/>
                  <a:gd name="connsiteX14" fmla="*/ 136525 w 749300"/>
                  <a:gd name="connsiteY14" fmla="*/ 797718 h 800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49300" h="800100">
                    <a:moveTo>
                      <a:pt x="136525" y="797718"/>
                    </a:moveTo>
                    <a:cubicBezTo>
                      <a:pt x="57679" y="798776"/>
                      <a:pt x="31221" y="780786"/>
                      <a:pt x="0" y="727075"/>
                    </a:cubicBezTo>
                    <a:lnTo>
                      <a:pt x="9525" y="76200"/>
                    </a:lnTo>
                    <a:cubicBezTo>
                      <a:pt x="22225" y="43656"/>
                      <a:pt x="32544" y="6349"/>
                      <a:pt x="104775" y="0"/>
                    </a:cubicBezTo>
                    <a:lnTo>
                      <a:pt x="648792" y="2183"/>
                    </a:lnTo>
                    <a:cubicBezTo>
                      <a:pt x="712556" y="18588"/>
                      <a:pt x="733161" y="48683"/>
                      <a:pt x="749300" y="98425"/>
                    </a:cubicBezTo>
                    <a:lnTo>
                      <a:pt x="749300" y="722610"/>
                    </a:lnTo>
                    <a:cubicBezTo>
                      <a:pt x="695260" y="807475"/>
                      <a:pt x="661458" y="795602"/>
                      <a:pt x="603250" y="800100"/>
                    </a:cubicBezTo>
                    <a:cubicBezTo>
                      <a:pt x="602192" y="601927"/>
                      <a:pt x="598752" y="410897"/>
                      <a:pt x="597694" y="212724"/>
                    </a:cubicBezTo>
                    <a:cubicBezTo>
                      <a:pt x="599281" y="188911"/>
                      <a:pt x="548481" y="196056"/>
                      <a:pt x="552450" y="212725"/>
                    </a:cubicBezTo>
                    <a:cubicBezTo>
                      <a:pt x="554930" y="408186"/>
                      <a:pt x="557411" y="603646"/>
                      <a:pt x="559891" y="799107"/>
                    </a:cubicBezTo>
                    <a:lnTo>
                      <a:pt x="184150" y="798116"/>
                    </a:lnTo>
                    <a:cubicBezTo>
                      <a:pt x="182033" y="599149"/>
                      <a:pt x="179917" y="408517"/>
                      <a:pt x="177800" y="209550"/>
                    </a:cubicBezTo>
                    <a:cubicBezTo>
                      <a:pt x="174889" y="171450"/>
                      <a:pt x="131499" y="185737"/>
                      <a:pt x="133350" y="209550"/>
                    </a:cubicBezTo>
                    <a:cubicBezTo>
                      <a:pt x="131233" y="395817"/>
                      <a:pt x="129117" y="598751"/>
                      <a:pt x="136525" y="79771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a:p>
            </p:txBody>
          </p:sp>
          <p:sp>
            <p:nvSpPr>
              <p:cNvPr id="105" name="Oval 104"/>
              <p:cNvSpPr/>
              <p:nvPr/>
            </p:nvSpPr>
            <p:spPr>
              <a:xfrm>
                <a:off x="1744536" y="2667000"/>
                <a:ext cx="411480" cy="41148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a:p>
            </p:txBody>
          </p:sp>
        </p:grpSp>
      </p:grpSp>
      <p:sp>
        <p:nvSpPr>
          <p:cNvPr id="108" name="Text Box 7"/>
          <p:cNvSpPr txBox="1">
            <a:spLocks noChangeArrowheads="1"/>
          </p:cNvSpPr>
          <p:nvPr/>
        </p:nvSpPr>
        <p:spPr bwMode="auto">
          <a:xfrm>
            <a:off x="1809617" y="2466305"/>
            <a:ext cx="1280160" cy="361252"/>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83436" tIns="41719" rIns="83436" bIns="41719">
            <a:noAutofit/>
          </a:bodyPr>
          <a:lstStyle>
            <a:lvl1pPr defTabSz="835025">
              <a:defRPr>
                <a:solidFill>
                  <a:schemeClr val="tx1"/>
                </a:solidFill>
                <a:latin typeface="Arial" charset="0"/>
              </a:defRPr>
            </a:lvl1pPr>
            <a:lvl2pPr marL="417513" defTabSz="835025">
              <a:defRPr>
                <a:solidFill>
                  <a:schemeClr val="tx1"/>
                </a:solidFill>
                <a:latin typeface="Arial" charset="0"/>
              </a:defRPr>
            </a:lvl2pPr>
            <a:lvl3pPr marL="835025" defTabSz="835025">
              <a:defRPr>
                <a:solidFill>
                  <a:schemeClr val="tx1"/>
                </a:solidFill>
                <a:latin typeface="Arial" charset="0"/>
              </a:defRPr>
            </a:lvl3pPr>
            <a:lvl4pPr marL="1252538" defTabSz="835025">
              <a:defRPr>
                <a:solidFill>
                  <a:schemeClr val="tx1"/>
                </a:solidFill>
                <a:latin typeface="Arial" charset="0"/>
              </a:defRPr>
            </a:lvl4pPr>
            <a:lvl5pPr marL="1668463" defTabSz="835025">
              <a:defRPr>
                <a:solidFill>
                  <a:schemeClr val="tx1"/>
                </a:solidFill>
                <a:latin typeface="Arial" charset="0"/>
              </a:defRPr>
            </a:lvl5pPr>
            <a:lvl6pPr marL="2125663" defTabSz="835025" fontAlgn="base">
              <a:spcBef>
                <a:spcPct val="0"/>
              </a:spcBef>
              <a:spcAft>
                <a:spcPct val="0"/>
              </a:spcAft>
              <a:defRPr>
                <a:solidFill>
                  <a:schemeClr val="tx1"/>
                </a:solidFill>
                <a:latin typeface="Arial" charset="0"/>
              </a:defRPr>
            </a:lvl6pPr>
            <a:lvl7pPr marL="2582863" defTabSz="835025" fontAlgn="base">
              <a:spcBef>
                <a:spcPct val="0"/>
              </a:spcBef>
              <a:spcAft>
                <a:spcPct val="0"/>
              </a:spcAft>
              <a:defRPr>
                <a:solidFill>
                  <a:schemeClr val="tx1"/>
                </a:solidFill>
                <a:latin typeface="Arial" charset="0"/>
              </a:defRPr>
            </a:lvl7pPr>
            <a:lvl8pPr marL="3040063" defTabSz="835025" fontAlgn="base">
              <a:spcBef>
                <a:spcPct val="0"/>
              </a:spcBef>
              <a:spcAft>
                <a:spcPct val="0"/>
              </a:spcAft>
              <a:defRPr>
                <a:solidFill>
                  <a:schemeClr val="tx1"/>
                </a:solidFill>
                <a:latin typeface="Arial" charset="0"/>
              </a:defRPr>
            </a:lvl8pPr>
            <a:lvl9pPr marL="3497263" defTabSz="835025" fontAlgn="base">
              <a:spcBef>
                <a:spcPct val="0"/>
              </a:spcBef>
              <a:spcAft>
                <a:spcPct val="0"/>
              </a:spcAft>
              <a:defRPr>
                <a:solidFill>
                  <a:schemeClr val="tx1"/>
                </a:solidFill>
                <a:latin typeface="Arial" charset="0"/>
              </a:defRPr>
            </a:lvl9pPr>
          </a:lstStyle>
          <a:p>
            <a:pPr defTabSz="834819" eaLnBrk="0" fontAlgn="base" hangingPunct="0">
              <a:spcBef>
                <a:spcPct val="50000"/>
              </a:spcBef>
              <a:spcAft>
                <a:spcPct val="0"/>
              </a:spcAft>
            </a:pPr>
            <a:r>
              <a:rPr lang="en-GB" altLang="en-US" sz="1600" b="1" kern="0" dirty="0">
                <a:solidFill>
                  <a:schemeClr val="accent2"/>
                </a:solidFill>
                <a:latin typeface="+mj-lt"/>
              </a:rPr>
              <a:t>Savvy</a:t>
            </a:r>
          </a:p>
        </p:txBody>
      </p:sp>
      <p:sp>
        <p:nvSpPr>
          <p:cNvPr id="109" name="Text Box 8"/>
          <p:cNvSpPr txBox="1">
            <a:spLocks noChangeArrowheads="1"/>
          </p:cNvSpPr>
          <p:nvPr/>
        </p:nvSpPr>
        <p:spPr bwMode="auto">
          <a:xfrm>
            <a:off x="386946" y="2466305"/>
            <a:ext cx="1280160" cy="361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83436" tIns="41719" rIns="83436" bIns="41719">
            <a:noAutofit/>
          </a:bodyPr>
          <a:lstStyle>
            <a:lvl1pPr defTabSz="835025">
              <a:defRPr>
                <a:solidFill>
                  <a:schemeClr val="tx1"/>
                </a:solidFill>
                <a:latin typeface="Arial" charset="0"/>
              </a:defRPr>
            </a:lvl1pPr>
            <a:lvl2pPr marL="417513" defTabSz="835025">
              <a:defRPr>
                <a:solidFill>
                  <a:schemeClr val="tx1"/>
                </a:solidFill>
                <a:latin typeface="Arial" charset="0"/>
              </a:defRPr>
            </a:lvl2pPr>
            <a:lvl3pPr marL="835025" defTabSz="835025">
              <a:defRPr>
                <a:solidFill>
                  <a:schemeClr val="tx1"/>
                </a:solidFill>
                <a:latin typeface="Arial" charset="0"/>
              </a:defRPr>
            </a:lvl3pPr>
            <a:lvl4pPr marL="1252538" defTabSz="835025">
              <a:defRPr>
                <a:solidFill>
                  <a:schemeClr val="tx1"/>
                </a:solidFill>
                <a:latin typeface="Arial" charset="0"/>
              </a:defRPr>
            </a:lvl4pPr>
            <a:lvl5pPr marL="1668463" defTabSz="835025">
              <a:defRPr>
                <a:solidFill>
                  <a:schemeClr val="tx1"/>
                </a:solidFill>
                <a:latin typeface="Arial" charset="0"/>
              </a:defRPr>
            </a:lvl5pPr>
            <a:lvl6pPr marL="2125663" defTabSz="835025" fontAlgn="base">
              <a:spcBef>
                <a:spcPct val="0"/>
              </a:spcBef>
              <a:spcAft>
                <a:spcPct val="0"/>
              </a:spcAft>
              <a:defRPr>
                <a:solidFill>
                  <a:schemeClr val="tx1"/>
                </a:solidFill>
                <a:latin typeface="Arial" charset="0"/>
              </a:defRPr>
            </a:lvl6pPr>
            <a:lvl7pPr marL="2582863" defTabSz="835025" fontAlgn="base">
              <a:spcBef>
                <a:spcPct val="0"/>
              </a:spcBef>
              <a:spcAft>
                <a:spcPct val="0"/>
              </a:spcAft>
              <a:defRPr>
                <a:solidFill>
                  <a:schemeClr val="tx1"/>
                </a:solidFill>
                <a:latin typeface="Arial" charset="0"/>
              </a:defRPr>
            </a:lvl7pPr>
            <a:lvl8pPr marL="3040063" defTabSz="835025" fontAlgn="base">
              <a:spcBef>
                <a:spcPct val="0"/>
              </a:spcBef>
              <a:spcAft>
                <a:spcPct val="0"/>
              </a:spcAft>
              <a:defRPr>
                <a:solidFill>
                  <a:schemeClr val="tx1"/>
                </a:solidFill>
                <a:latin typeface="Arial" charset="0"/>
              </a:defRPr>
            </a:lvl8pPr>
            <a:lvl9pPr marL="3497263" defTabSz="835025" fontAlgn="base">
              <a:spcBef>
                <a:spcPct val="0"/>
              </a:spcBef>
              <a:spcAft>
                <a:spcPct val="0"/>
              </a:spcAft>
              <a:defRPr>
                <a:solidFill>
                  <a:schemeClr val="tx1"/>
                </a:solidFill>
                <a:latin typeface="Arial" charset="0"/>
              </a:defRPr>
            </a:lvl9pPr>
          </a:lstStyle>
          <a:p>
            <a:pPr defTabSz="834819" eaLnBrk="0" fontAlgn="base" hangingPunct="0">
              <a:spcBef>
                <a:spcPct val="50000"/>
              </a:spcBef>
              <a:spcAft>
                <a:spcPct val="0"/>
              </a:spcAft>
            </a:pPr>
            <a:r>
              <a:rPr lang="en-GB" altLang="en-US" sz="1600" b="1" kern="0" dirty="0">
                <a:solidFill>
                  <a:schemeClr val="accent3"/>
                </a:solidFill>
                <a:latin typeface="+mj-lt"/>
              </a:rPr>
              <a:t>Super-Savvy</a:t>
            </a:r>
          </a:p>
        </p:txBody>
      </p:sp>
      <p:sp>
        <p:nvSpPr>
          <p:cNvPr id="110" name="Text Box 9"/>
          <p:cNvSpPr txBox="1">
            <a:spLocks noChangeArrowheads="1"/>
          </p:cNvSpPr>
          <p:nvPr/>
        </p:nvSpPr>
        <p:spPr bwMode="auto">
          <a:xfrm>
            <a:off x="3204992" y="2466305"/>
            <a:ext cx="1280160" cy="361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83436" tIns="41719" rIns="83436" bIns="41719">
            <a:noAutofit/>
          </a:bodyPr>
          <a:lstStyle>
            <a:lvl1pPr defTabSz="835025">
              <a:defRPr>
                <a:solidFill>
                  <a:schemeClr val="tx1"/>
                </a:solidFill>
                <a:latin typeface="Arial" charset="0"/>
              </a:defRPr>
            </a:lvl1pPr>
            <a:lvl2pPr marL="417513" defTabSz="835025">
              <a:defRPr>
                <a:solidFill>
                  <a:schemeClr val="tx1"/>
                </a:solidFill>
                <a:latin typeface="Arial" charset="0"/>
              </a:defRPr>
            </a:lvl2pPr>
            <a:lvl3pPr marL="835025" defTabSz="835025">
              <a:defRPr>
                <a:solidFill>
                  <a:schemeClr val="tx1"/>
                </a:solidFill>
                <a:latin typeface="Arial" charset="0"/>
              </a:defRPr>
            </a:lvl3pPr>
            <a:lvl4pPr marL="1252538" defTabSz="835025">
              <a:defRPr>
                <a:solidFill>
                  <a:schemeClr val="tx1"/>
                </a:solidFill>
                <a:latin typeface="Arial" charset="0"/>
              </a:defRPr>
            </a:lvl4pPr>
            <a:lvl5pPr marL="1668463" defTabSz="835025">
              <a:defRPr>
                <a:solidFill>
                  <a:schemeClr val="tx1"/>
                </a:solidFill>
                <a:latin typeface="Arial" charset="0"/>
              </a:defRPr>
            </a:lvl5pPr>
            <a:lvl6pPr marL="2125663" defTabSz="835025" fontAlgn="base">
              <a:spcBef>
                <a:spcPct val="0"/>
              </a:spcBef>
              <a:spcAft>
                <a:spcPct val="0"/>
              </a:spcAft>
              <a:defRPr>
                <a:solidFill>
                  <a:schemeClr val="tx1"/>
                </a:solidFill>
                <a:latin typeface="Arial" charset="0"/>
              </a:defRPr>
            </a:lvl6pPr>
            <a:lvl7pPr marL="2582863" defTabSz="835025" fontAlgn="base">
              <a:spcBef>
                <a:spcPct val="0"/>
              </a:spcBef>
              <a:spcAft>
                <a:spcPct val="0"/>
              </a:spcAft>
              <a:defRPr>
                <a:solidFill>
                  <a:schemeClr val="tx1"/>
                </a:solidFill>
                <a:latin typeface="Arial" charset="0"/>
              </a:defRPr>
            </a:lvl7pPr>
            <a:lvl8pPr marL="3040063" defTabSz="835025" fontAlgn="base">
              <a:spcBef>
                <a:spcPct val="0"/>
              </a:spcBef>
              <a:spcAft>
                <a:spcPct val="0"/>
              </a:spcAft>
              <a:defRPr>
                <a:solidFill>
                  <a:schemeClr val="tx1"/>
                </a:solidFill>
                <a:latin typeface="Arial" charset="0"/>
              </a:defRPr>
            </a:lvl8pPr>
            <a:lvl9pPr marL="3497263" defTabSz="835025" fontAlgn="base">
              <a:spcBef>
                <a:spcPct val="0"/>
              </a:spcBef>
              <a:spcAft>
                <a:spcPct val="0"/>
              </a:spcAft>
              <a:defRPr>
                <a:solidFill>
                  <a:schemeClr val="tx1"/>
                </a:solidFill>
                <a:latin typeface="Arial" charset="0"/>
              </a:defRPr>
            </a:lvl9pPr>
          </a:lstStyle>
          <a:p>
            <a:pPr defTabSz="834819" eaLnBrk="0" fontAlgn="base" hangingPunct="0">
              <a:spcBef>
                <a:spcPct val="50000"/>
              </a:spcBef>
              <a:spcAft>
                <a:spcPct val="0"/>
              </a:spcAft>
            </a:pPr>
            <a:r>
              <a:rPr lang="en-GB" altLang="en-US" sz="1600" b="1" kern="0" dirty="0">
                <a:solidFill>
                  <a:schemeClr val="accent4"/>
                </a:solidFill>
                <a:latin typeface="+mj-lt"/>
              </a:rPr>
              <a:t>Diligent</a:t>
            </a:r>
          </a:p>
        </p:txBody>
      </p:sp>
      <p:sp>
        <p:nvSpPr>
          <p:cNvPr id="111" name="Text Box 10"/>
          <p:cNvSpPr txBox="1">
            <a:spLocks noChangeArrowheads="1"/>
          </p:cNvSpPr>
          <p:nvPr/>
        </p:nvSpPr>
        <p:spPr bwMode="auto">
          <a:xfrm>
            <a:off x="4627663" y="2466305"/>
            <a:ext cx="1280160" cy="361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83436" tIns="41719" rIns="83436" bIns="41719">
            <a:noAutofit/>
          </a:bodyPr>
          <a:lstStyle>
            <a:lvl1pPr defTabSz="835025">
              <a:defRPr>
                <a:solidFill>
                  <a:schemeClr val="tx1"/>
                </a:solidFill>
                <a:latin typeface="Arial" charset="0"/>
              </a:defRPr>
            </a:lvl1pPr>
            <a:lvl2pPr marL="417513" defTabSz="835025">
              <a:defRPr>
                <a:solidFill>
                  <a:schemeClr val="tx1"/>
                </a:solidFill>
                <a:latin typeface="Arial" charset="0"/>
              </a:defRPr>
            </a:lvl2pPr>
            <a:lvl3pPr marL="835025" defTabSz="835025">
              <a:defRPr>
                <a:solidFill>
                  <a:schemeClr val="tx1"/>
                </a:solidFill>
                <a:latin typeface="Arial" charset="0"/>
              </a:defRPr>
            </a:lvl3pPr>
            <a:lvl4pPr marL="1252538" defTabSz="835025">
              <a:defRPr>
                <a:solidFill>
                  <a:schemeClr val="tx1"/>
                </a:solidFill>
                <a:latin typeface="Arial" charset="0"/>
              </a:defRPr>
            </a:lvl4pPr>
            <a:lvl5pPr marL="1668463" defTabSz="835025">
              <a:defRPr>
                <a:solidFill>
                  <a:schemeClr val="tx1"/>
                </a:solidFill>
                <a:latin typeface="Arial" charset="0"/>
              </a:defRPr>
            </a:lvl5pPr>
            <a:lvl6pPr marL="2125663" defTabSz="835025" fontAlgn="base">
              <a:spcBef>
                <a:spcPct val="0"/>
              </a:spcBef>
              <a:spcAft>
                <a:spcPct val="0"/>
              </a:spcAft>
              <a:defRPr>
                <a:solidFill>
                  <a:schemeClr val="tx1"/>
                </a:solidFill>
                <a:latin typeface="Arial" charset="0"/>
              </a:defRPr>
            </a:lvl6pPr>
            <a:lvl7pPr marL="2582863" defTabSz="835025" fontAlgn="base">
              <a:spcBef>
                <a:spcPct val="0"/>
              </a:spcBef>
              <a:spcAft>
                <a:spcPct val="0"/>
              </a:spcAft>
              <a:defRPr>
                <a:solidFill>
                  <a:schemeClr val="tx1"/>
                </a:solidFill>
                <a:latin typeface="Arial" charset="0"/>
              </a:defRPr>
            </a:lvl7pPr>
            <a:lvl8pPr marL="3040063" defTabSz="835025" fontAlgn="base">
              <a:spcBef>
                <a:spcPct val="0"/>
              </a:spcBef>
              <a:spcAft>
                <a:spcPct val="0"/>
              </a:spcAft>
              <a:defRPr>
                <a:solidFill>
                  <a:schemeClr val="tx1"/>
                </a:solidFill>
                <a:latin typeface="Arial" charset="0"/>
              </a:defRPr>
            </a:lvl8pPr>
            <a:lvl9pPr marL="3497263" defTabSz="835025" fontAlgn="base">
              <a:spcBef>
                <a:spcPct val="0"/>
              </a:spcBef>
              <a:spcAft>
                <a:spcPct val="0"/>
              </a:spcAft>
              <a:defRPr>
                <a:solidFill>
                  <a:schemeClr val="tx1"/>
                </a:solidFill>
                <a:latin typeface="Arial" charset="0"/>
              </a:defRPr>
            </a:lvl9pPr>
          </a:lstStyle>
          <a:p>
            <a:pPr defTabSz="834819" eaLnBrk="0" fontAlgn="base" hangingPunct="0">
              <a:spcBef>
                <a:spcPct val="50000"/>
              </a:spcBef>
              <a:spcAft>
                <a:spcPct val="0"/>
              </a:spcAft>
            </a:pPr>
            <a:r>
              <a:rPr lang="en-GB" altLang="en-US" sz="1600" b="1" kern="0" dirty="0">
                <a:solidFill>
                  <a:schemeClr val="accent5"/>
                </a:solidFill>
                <a:latin typeface="+mj-lt"/>
              </a:rPr>
              <a:t>Intermittent</a:t>
            </a:r>
          </a:p>
        </p:txBody>
      </p:sp>
      <p:grpSp>
        <p:nvGrpSpPr>
          <p:cNvPr id="8" name="Group 7"/>
          <p:cNvGrpSpPr/>
          <p:nvPr/>
        </p:nvGrpSpPr>
        <p:grpSpPr>
          <a:xfrm>
            <a:off x="6077630" y="2466305"/>
            <a:ext cx="2702833" cy="361252"/>
            <a:chOff x="6077630" y="2166049"/>
            <a:chExt cx="2702833" cy="361252"/>
          </a:xfrm>
        </p:grpSpPr>
        <p:sp>
          <p:nvSpPr>
            <p:cNvPr id="112" name="Text Box 17"/>
            <p:cNvSpPr txBox="1">
              <a:spLocks noChangeArrowheads="1"/>
            </p:cNvSpPr>
            <p:nvPr/>
          </p:nvSpPr>
          <p:spPr bwMode="auto">
            <a:xfrm>
              <a:off x="6077630" y="2166049"/>
              <a:ext cx="1280160" cy="361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83436" tIns="41719" rIns="83436" bIns="41719">
              <a:noAutofit/>
            </a:bodyPr>
            <a:lstStyle>
              <a:lvl1pPr defTabSz="835025">
                <a:defRPr>
                  <a:solidFill>
                    <a:schemeClr val="tx1"/>
                  </a:solidFill>
                  <a:latin typeface="Arial" charset="0"/>
                </a:defRPr>
              </a:lvl1pPr>
              <a:lvl2pPr marL="417513" defTabSz="835025">
                <a:defRPr>
                  <a:solidFill>
                    <a:schemeClr val="tx1"/>
                  </a:solidFill>
                  <a:latin typeface="Arial" charset="0"/>
                </a:defRPr>
              </a:lvl2pPr>
              <a:lvl3pPr marL="835025" defTabSz="835025">
                <a:defRPr>
                  <a:solidFill>
                    <a:schemeClr val="tx1"/>
                  </a:solidFill>
                  <a:latin typeface="Arial" charset="0"/>
                </a:defRPr>
              </a:lvl3pPr>
              <a:lvl4pPr marL="1252538" defTabSz="835025">
                <a:defRPr>
                  <a:solidFill>
                    <a:schemeClr val="tx1"/>
                  </a:solidFill>
                  <a:latin typeface="Arial" charset="0"/>
                </a:defRPr>
              </a:lvl4pPr>
              <a:lvl5pPr marL="1668463" defTabSz="835025">
                <a:defRPr>
                  <a:solidFill>
                    <a:schemeClr val="tx1"/>
                  </a:solidFill>
                  <a:latin typeface="Arial" charset="0"/>
                </a:defRPr>
              </a:lvl5pPr>
              <a:lvl6pPr marL="2125663" defTabSz="835025" fontAlgn="base">
                <a:spcBef>
                  <a:spcPct val="0"/>
                </a:spcBef>
                <a:spcAft>
                  <a:spcPct val="0"/>
                </a:spcAft>
                <a:defRPr>
                  <a:solidFill>
                    <a:schemeClr val="tx1"/>
                  </a:solidFill>
                  <a:latin typeface="Arial" charset="0"/>
                </a:defRPr>
              </a:lvl6pPr>
              <a:lvl7pPr marL="2582863" defTabSz="835025" fontAlgn="base">
                <a:spcBef>
                  <a:spcPct val="0"/>
                </a:spcBef>
                <a:spcAft>
                  <a:spcPct val="0"/>
                </a:spcAft>
                <a:defRPr>
                  <a:solidFill>
                    <a:schemeClr val="tx1"/>
                  </a:solidFill>
                  <a:latin typeface="Arial" charset="0"/>
                </a:defRPr>
              </a:lvl7pPr>
              <a:lvl8pPr marL="3040063" defTabSz="835025" fontAlgn="base">
                <a:spcBef>
                  <a:spcPct val="0"/>
                </a:spcBef>
                <a:spcAft>
                  <a:spcPct val="0"/>
                </a:spcAft>
                <a:defRPr>
                  <a:solidFill>
                    <a:schemeClr val="tx1"/>
                  </a:solidFill>
                  <a:latin typeface="Arial" charset="0"/>
                </a:defRPr>
              </a:lvl8pPr>
              <a:lvl9pPr marL="3497263" defTabSz="835025" fontAlgn="base">
                <a:spcBef>
                  <a:spcPct val="0"/>
                </a:spcBef>
                <a:spcAft>
                  <a:spcPct val="0"/>
                </a:spcAft>
                <a:defRPr>
                  <a:solidFill>
                    <a:schemeClr val="tx1"/>
                  </a:solidFill>
                  <a:latin typeface="Arial" charset="0"/>
                </a:defRPr>
              </a:lvl9pPr>
            </a:lstStyle>
            <a:p>
              <a:pPr defTabSz="834819" eaLnBrk="0" fontAlgn="base" hangingPunct="0">
                <a:spcBef>
                  <a:spcPct val="50000"/>
                </a:spcBef>
                <a:spcAft>
                  <a:spcPct val="0"/>
                </a:spcAft>
              </a:pPr>
              <a:r>
                <a:rPr lang="en-GB" altLang="en-US" sz="1600" b="1" kern="0" dirty="0">
                  <a:solidFill>
                    <a:schemeClr val="accent6"/>
                  </a:solidFill>
                  <a:latin typeface="+mj-lt"/>
                </a:rPr>
                <a:t>Lapsing</a:t>
              </a:r>
            </a:p>
          </p:txBody>
        </p:sp>
        <p:sp>
          <p:nvSpPr>
            <p:cNvPr id="113" name="Text Box 18"/>
            <p:cNvSpPr txBox="1">
              <a:spLocks noChangeArrowheads="1"/>
            </p:cNvSpPr>
            <p:nvPr/>
          </p:nvSpPr>
          <p:spPr bwMode="auto">
            <a:xfrm>
              <a:off x="7500303" y="2166049"/>
              <a:ext cx="1280160" cy="361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83436" tIns="41719" rIns="83436" bIns="41719">
              <a:noAutofit/>
            </a:bodyPr>
            <a:lstStyle>
              <a:lvl1pPr defTabSz="835025">
                <a:defRPr>
                  <a:solidFill>
                    <a:schemeClr val="tx1"/>
                  </a:solidFill>
                  <a:latin typeface="Arial" charset="0"/>
                </a:defRPr>
              </a:lvl1pPr>
              <a:lvl2pPr marL="417513" defTabSz="835025">
                <a:defRPr>
                  <a:solidFill>
                    <a:schemeClr val="tx1"/>
                  </a:solidFill>
                  <a:latin typeface="Arial" charset="0"/>
                </a:defRPr>
              </a:lvl2pPr>
              <a:lvl3pPr marL="835025" defTabSz="835025">
                <a:defRPr>
                  <a:solidFill>
                    <a:schemeClr val="tx1"/>
                  </a:solidFill>
                  <a:latin typeface="Arial" charset="0"/>
                </a:defRPr>
              </a:lvl3pPr>
              <a:lvl4pPr marL="1252538" defTabSz="835025">
                <a:defRPr>
                  <a:solidFill>
                    <a:schemeClr val="tx1"/>
                  </a:solidFill>
                  <a:latin typeface="Arial" charset="0"/>
                </a:defRPr>
              </a:lvl4pPr>
              <a:lvl5pPr marL="1668463" defTabSz="835025">
                <a:defRPr>
                  <a:solidFill>
                    <a:schemeClr val="tx1"/>
                  </a:solidFill>
                  <a:latin typeface="Arial" charset="0"/>
                </a:defRPr>
              </a:lvl5pPr>
              <a:lvl6pPr marL="2125663" defTabSz="835025" fontAlgn="base">
                <a:spcBef>
                  <a:spcPct val="0"/>
                </a:spcBef>
                <a:spcAft>
                  <a:spcPct val="0"/>
                </a:spcAft>
                <a:defRPr>
                  <a:solidFill>
                    <a:schemeClr val="tx1"/>
                  </a:solidFill>
                  <a:latin typeface="Arial" charset="0"/>
                </a:defRPr>
              </a:lvl6pPr>
              <a:lvl7pPr marL="2582863" defTabSz="835025" fontAlgn="base">
                <a:spcBef>
                  <a:spcPct val="0"/>
                </a:spcBef>
                <a:spcAft>
                  <a:spcPct val="0"/>
                </a:spcAft>
                <a:defRPr>
                  <a:solidFill>
                    <a:schemeClr val="tx1"/>
                  </a:solidFill>
                  <a:latin typeface="Arial" charset="0"/>
                </a:defRPr>
              </a:lvl7pPr>
              <a:lvl8pPr marL="3040063" defTabSz="835025" fontAlgn="base">
                <a:spcBef>
                  <a:spcPct val="0"/>
                </a:spcBef>
                <a:spcAft>
                  <a:spcPct val="0"/>
                </a:spcAft>
                <a:defRPr>
                  <a:solidFill>
                    <a:schemeClr val="tx1"/>
                  </a:solidFill>
                  <a:latin typeface="Arial" charset="0"/>
                </a:defRPr>
              </a:lvl8pPr>
              <a:lvl9pPr marL="3497263" defTabSz="835025" fontAlgn="base">
                <a:spcBef>
                  <a:spcPct val="0"/>
                </a:spcBef>
                <a:spcAft>
                  <a:spcPct val="0"/>
                </a:spcAft>
                <a:defRPr>
                  <a:solidFill>
                    <a:schemeClr val="tx1"/>
                  </a:solidFill>
                  <a:latin typeface="Arial" charset="0"/>
                </a:defRPr>
              </a:lvl9pPr>
            </a:lstStyle>
            <a:p>
              <a:pPr defTabSz="834819" eaLnBrk="0" fontAlgn="base" hangingPunct="0">
                <a:spcBef>
                  <a:spcPct val="50000"/>
                </a:spcBef>
                <a:spcAft>
                  <a:spcPct val="0"/>
                </a:spcAft>
              </a:pPr>
              <a:r>
                <a:rPr lang="en-GB" altLang="en-US" sz="1600" b="1" kern="0" dirty="0">
                  <a:solidFill>
                    <a:schemeClr val="accent1"/>
                  </a:solidFill>
                  <a:latin typeface="+mj-lt"/>
                </a:rPr>
                <a:t>Lost</a:t>
              </a:r>
            </a:p>
          </p:txBody>
        </p:sp>
      </p:grpSp>
      <p:sp>
        <p:nvSpPr>
          <p:cNvPr id="114" name="Text Box 13"/>
          <p:cNvSpPr txBox="1">
            <a:spLocks noChangeArrowheads="1"/>
          </p:cNvSpPr>
          <p:nvPr/>
        </p:nvSpPr>
        <p:spPr bwMode="auto">
          <a:xfrm>
            <a:off x="346003" y="3440558"/>
            <a:ext cx="2702830" cy="4578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83436" tIns="41719" rIns="83436" bIns="41719" anchor="ctr">
            <a:noAutofit/>
          </a:bodyPr>
          <a:lstStyle>
            <a:lvl1pPr defTabSz="835025">
              <a:defRPr>
                <a:solidFill>
                  <a:schemeClr val="tx1"/>
                </a:solidFill>
                <a:latin typeface="Arial" charset="0"/>
              </a:defRPr>
            </a:lvl1pPr>
            <a:lvl2pPr marL="417513" defTabSz="835025">
              <a:defRPr>
                <a:solidFill>
                  <a:schemeClr val="tx1"/>
                </a:solidFill>
                <a:latin typeface="Arial" charset="0"/>
              </a:defRPr>
            </a:lvl2pPr>
            <a:lvl3pPr marL="835025" defTabSz="835025">
              <a:defRPr>
                <a:solidFill>
                  <a:schemeClr val="tx1"/>
                </a:solidFill>
                <a:latin typeface="Arial" charset="0"/>
              </a:defRPr>
            </a:lvl3pPr>
            <a:lvl4pPr marL="1252538" defTabSz="835025">
              <a:defRPr>
                <a:solidFill>
                  <a:schemeClr val="tx1"/>
                </a:solidFill>
                <a:latin typeface="Arial" charset="0"/>
              </a:defRPr>
            </a:lvl4pPr>
            <a:lvl5pPr marL="1668463" defTabSz="835025">
              <a:defRPr>
                <a:solidFill>
                  <a:schemeClr val="tx1"/>
                </a:solidFill>
                <a:latin typeface="Arial" charset="0"/>
              </a:defRPr>
            </a:lvl5pPr>
            <a:lvl6pPr marL="2125663" defTabSz="835025" fontAlgn="base">
              <a:spcBef>
                <a:spcPct val="0"/>
              </a:spcBef>
              <a:spcAft>
                <a:spcPct val="0"/>
              </a:spcAft>
              <a:defRPr>
                <a:solidFill>
                  <a:schemeClr val="tx1"/>
                </a:solidFill>
                <a:latin typeface="Arial" charset="0"/>
              </a:defRPr>
            </a:lvl6pPr>
            <a:lvl7pPr marL="2582863" defTabSz="835025" fontAlgn="base">
              <a:spcBef>
                <a:spcPct val="0"/>
              </a:spcBef>
              <a:spcAft>
                <a:spcPct val="0"/>
              </a:spcAft>
              <a:defRPr>
                <a:solidFill>
                  <a:schemeClr val="tx1"/>
                </a:solidFill>
                <a:latin typeface="Arial" charset="0"/>
              </a:defRPr>
            </a:lvl7pPr>
            <a:lvl8pPr marL="3040063" defTabSz="835025" fontAlgn="base">
              <a:spcBef>
                <a:spcPct val="0"/>
              </a:spcBef>
              <a:spcAft>
                <a:spcPct val="0"/>
              </a:spcAft>
              <a:defRPr>
                <a:solidFill>
                  <a:schemeClr val="tx1"/>
                </a:solidFill>
                <a:latin typeface="Arial" charset="0"/>
              </a:defRPr>
            </a:lvl8pPr>
            <a:lvl9pPr marL="3497263" defTabSz="835025" fontAlgn="base">
              <a:spcBef>
                <a:spcPct val="0"/>
              </a:spcBef>
              <a:spcAft>
                <a:spcPct val="0"/>
              </a:spcAft>
              <a:defRPr>
                <a:solidFill>
                  <a:schemeClr val="tx1"/>
                </a:solidFill>
                <a:latin typeface="Arial" charset="0"/>
              </a:defRPr>
            </a:lvl9pPr>
          </a:lstStyle>
          <a:p>
            <a:pPr defTabSz="834819" eaLnBrk="0" fontAlgn="base" hangingPunct="0">
              <a:spcBef>
                <a:spcPct val="50000"/>
              </a:spcBef>
              <a:spcAft>
                <a:spcPct val="0"/>
              </a:spcAft>
            </a:pPr>
            <a:r>
              <a:rPr lang="en-GB" altLang="en-US" sz="1800" b="1" i="1" kern="0" dirty="0">
                <a:latin typeface="+mj-lt"/>
              </a:rPr>
              <a:t>Devoted</a:t>
            </a:r>
          </a:p>
        </p:txBody>
      </p:sp>
      <p:sp>
        <p:nvSpPr>
          <p:cNvPr id="115" name="Text Box 13"/>
          <p:cNvSpPr txBox="1">
            <a:spLocks noChangeArrowheads="1"/>
          </p:cNvSpPr>
          <p:nvPr/>
        </p:nvSpPr>
        <p:spPr bwMode="auto">
          <a:xfrm>
            <a:off x="3300020" y="3440558"/>
            <a:ext cx="2702830" cy="4578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83436" tIns="41719" rIns="83436" bIns="41719" anchor="ctr">
            <a:noAutofit/>
          </a:bodyPr>
          <a:lstStyle>
            <a:lvl1pPr defTabSz="835025">
              <a:defRPr>
                <a:solidFill>
                  <a:schemeClr val="tx1"/>
                </a:solidFill>
                <a:latin typeface="Arial" charset="0"/>
              </a:defRPr>
            </a:lvl1pPr>
            <a:lvl2pPr marL="417513" defTabSz="835025">
              <a:defRPr>
                <a:solidFill>
                  <a:schemeClr val="tx1"/>
                </a:solidFill>
                <a:latin typeface="Arial" charset="0"/>
              </a:defRPr>
            </a:lvl2pPr>
            <a:lvl3pPr marL="835025" defTabSz="835025">
              <a:defRPr>
                <a:solidFill>
                  <a:schemeClr val="tx1"/>
                </a:solidFill>
                <a:latin typeface="Arial" charset="0"/>
              </a:defRPr>
            </a:lvl3pPr>
            <a:lvl4pPr marL="1252538" defTabSz="835025">
              <a:defRPr>
                <a:solidFill>
                  <a:schemeClr val="tx1"/>
                </a:solidFill>
                <a:latin typeface="Arial" charset="0"/>
              </a:defRPr>
            </a:lvl4pPr>
            <a:lvl5pPr marL="1668463" defTabSz="835025">
              <a:defRPr>
                <a:solidFill>
                  <a:schemeClr val="tx1"/>
                </a:solidFill>
                <a:latin typeface="Arial" charset="0"/>
              </a:defRPr>
            </a:lvl5pPr>
            <a:lvl6pPr marL="2125663" defTabSz="835025" fontAlgn="base">
              <a:spcBef>
                <a:spcPct val="0"/>
              </a:spcBef>
              <a:spcAft>
                <a:spcPct val="0"/>
              </a:spcAft>
              <a:defRPr>
                <a:solidFill>
                  <a:schemeClr val="tx1"/>
                </a:solidFill>
                <a:latin typeface="Arial" charset="0"/>
              </a:defRPr>
            </a:lvl6pPr>
            <a:lvl7pPr marL="2582863" defTabSz="835025" fontAlgn="base">
              <a:spcBef>
                <a:spcPct val="0"/>
              </a:spcBef>
              <a:spcAft>
                <a:spcPct val="0"/>
              </a:spcAft>
              <a:defRPr>
                <a:solidFill>
                  <a:schemeClr val="tx1"/>
                </a:solidFill>
                <a:latin typeface="Arial" charset="0"/>
              </a:defRPr>
            </a:lvl7pPr>
            <a:lvl8pPr marL="3040063" defTabSz="835025" fontAlgn="base">
              <a:spcBef>
                <a:spcPct val="0"/>
              </a:spcBef>
              <a:spcAft>
                <a:spcPct val="0"/>
              </a:spcAft>
              <a:defRPr>
                <a:solidFill>
                  <a:schemeClr val="tx1"/>
                </a:solidFill>
                <a:latin typeface="Arial" charset="0"/>
              </a:defRPr>
            </a:lvl8pPr>
            <a:lvl9pPr marL="3497263" defTabSz="835025" fontAlgn="base">
              <a:spcBef>
                <a:spcPct val="0"/>
              </a:spcBef>
              <a:spcAft>
                <a:spcPct val="0"/>
              </a:spcAft>
              <a:defRPr>
                <a:solidFill>
                  <a:schemeClr val="tx1"/>
                </a:solidFill>
                <a:latin typeface="Arial" charset="0"/>
              </a:defRPr>
            </a:lvl9pPr>
          </a:lstStyle>
          <a:p>
            <a:pPr defTabSz="834819"/>
            <a:r>
              <a:rPr lang="en-GB" altLang="en-US" sz="1800" b="1" i="1" kern="0" dirty="0">
                <a:latin typeface="+mj-lt"/>
              </a:rPr>
              <a:t>Potential</a:t>
            </a:r>
          </a:p>
        </p:txBody>
      </p:sp>
      <p:sp>
        <p:nvSpPr>
          <p:cNvPr id="134" name="Text Box 13"/>
          <p:cNvSpPr txBox="1">
            <a:spLocks noChangeArrowheads="1"/>
          </p:cNvSpPr>
          <p:nvPr/>
        </p:nvSpPr>
        <p:spPr bwMode="auto">
          <a:xfrm>
            <a:off x="6169498" y="3440558"/>
            <a:ext cx="2571650" cy="4578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83436" tIns="41719" rIns="83436" bIns="41719" anchor="ctr">
            <a:noAutofit/>
          </a:bodyPr>
          <a:lstStyle>
            <a:lvl1pPr defTabSz="835025">
              <a:defRPr>
                <a:solidFill>
                  <a:schemeClr val="tx1"/>
                </a:solidFill>
                <a:latin typeface="Arial" charset="0"/>
              </a:defRPr>
            </a:lvl1pPr>
            <a:lvl2pPr marL="417513" defTabSz="835025">
              <a:defRPr>
                <a:solidFill>
                  <a:schemeClr val="tx1"/>
                </a:solidFill>
                <a:latin typeface="Arial" charset="0"/>
              </a:defRPr>
            </a:lvl2pPr>
            <a:lvl3pPr marL="835025" defTabSz="835025">
              <a:defRPr>
                <a:solidFill>
                  <a:schemeClr val="tx1"/>
                </a:solidFill>
                <a:latin typeface="Arial" charset="0"/>
              </a:defRPr>
            </a:lvl3pPr>
            <a:lvl4pPr marL="1252538" defTabSz="835025">
              <a:defRPr>
                <a:solidFill>
                  <a:schemeClr val="tx1"/>
                </a:solidFill>
                <a:latin typeface="Arial" charset="0"/>
              </a:defRPr>
            </a:lvl4pPr>
            <a:lvl5pPr marL="1668463" defTabSz="835025">
              <a:defRPr>
                <a:solidFill>
                  <a:schemeClr val="tx1"/>
                </a:solidFill>
                <a:latin typeface="Arial" charset="0"/>
              </a:defRPr>
            </a:lvl5pPr>
            <a:lvl6pPr marL="2125663" defTabSz="835025" fontAlgn="base">
              <a:spcBef>
                <a:spcPct val="0"/>
              </a:spcBef>
              <a:spcAft>
                <a:spcPct val="0"/>
              </a:spcAft>
              <a:defRPr>
                <a:solidFill>
                  <a:schemeClr val="tx1"/>
                </a:solidFill>
                <a:latin typeface="Arial" charset="0"/>
              </a:defRPr>
            </a:lvl6pPr>
            <a:lvl7pPr marL="2582863" defTabSz="835025" fontAlgn="base">
              <a:spcBef>
                <a:spcPct val="0"/>
              </a:spcBef>
              <a:spcAft>
                <a:spcPct val="0"/>
              </a:spcAft>
              <a:defRPr>
                <a:solidFill>
                  <a:schemeClr val="tx1"/>
                </a:solidFill>
                <a:latin typeface="Arial" charset="0"/>
              </a:defRPr>
            </a:lvl7pPr>
            <a:lvl8pPr marL="3040063" defTabSz="835025" fontAlgn="base">
              <a:spcBef>
                <a:spcPct val="0"/>
              </a:spcBef>
              <a:spcAft>
                <a:spcPct val="0"/>
              </a:spcAft>
              <a:defRPr>
                <a:solidFill>
                  <a:schemeClr val="tx1"/>
                </a:solidFill>
                <a:latin typeface="Arial" charset="0"/>
              </a:defRPr>
            </a:lvl8pPr>
            <a:lvl9pPr marL="3497263" defTabSz="835025" fontAlgn="base">
              <a:spcBef>
                <a:spcPct val="0"/>
              </a:spcBef>
              <a:spcAft>
                <a:spcPct val="0"/>
              </a:spcAft>
              <a:defRPr>
                <a:solidFill>
                  <a:schemeClr val="tx1"/>
                </a:solidFill>
                <a:latin typeface="Arial" charset="0"/>
              </a:defRPr>
            </a:lvl9pPr>
          </a:lstStyle>
          <a:p>
            <a:pPr defTabSz="834819"/>
            <a:r>
              <a:rPr lang="en-GB" altLang="en-US" sz="1800" b="1" i="1" kern="0" dirty="0">
                <a:latin typeface="+mj-lt"/>
              </a:rPr>
              <a:t>Borderline</a:t>
            </a:r>
          </a:p>
        </p:txBody>
      </p:sp>
      <p:sp>
        <p:nvSpPr>
          <p:cNvPr id="137" name="Right Brace 136"/>
          <p:cNvSpPr/>
          <p:nvPr/>
        </p:nvSpPr>
        <p:spPr>
          <a:xfrm rot="5400000">
            <a:off x="1418314" y="1842465"/>
            <a:ext cx="503612" cy="2546188"/>
          </a:xfrm>
          <a:prstGeom prst="rightBrace">
            <a:avLst>
              <a:gd name="adj1" fmla="val 8333"/>
              <a:gd name="adj2" fmla="val 49144"/>
            </a:avLst>
          </a:prstGeom>
          <a:noFill/>
          <a:ln w="12700" cap="flat" cmpd="sng" algn="ctr">
            <a:solidFill>
              <a:schemeClr val="tx1">
                <a:lumMod val="50000"/>
                <a:lumOff val="50000"/>
              </a:schemeClr>
            </a:solidFill>
            <a:prstDash val="solid"/>
          </a:ln>
          <a:effectLst/>
        </p:spPr>
        <p:txBody>
          <a:bodyPr rtlCol="0" anchor="ctr"/>
          <a:lstStyle/>
          <a:p>
            <a:pPr marL="0" marR="0" lvl="0" indent="0" defTabSz="914174"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40" name="Right Brace 139"/>
          <p:cNvSpPr/>
          <p:nvPr/>
        </p:nvSpPr>
        <p:spPr>
          <a:xfrm rot="5400000">
            <a:off x="7176222" y="1842465"/>
            <a:ext cx="503612" cy="2546188"/>
          </a:xfrm>
          <a:prstGeom prst="rightBrace">
            <a:avLst>
              <a:gd name="adj1" fmla="val 8333"/>
              <a:gd name="adj2" fmla="val 49144"/>
            </a:avLst>
          </a:prstGeom>
          <a:noFill/>
          <a:ln w="12700" cap="flat" cmpd="sng" algn="ctr">
            <a:solidFill>
              <a:schemeClr val="tx1">
                <a:lumMod val="50000"/>
                <a:lumOff val="50000"/>
              </a:schemeClr>
            </a:solidFill>
            <a:prstDash val="solid"/>
          </a:ln>
          <a:effectLst/>
        </p:spPr>
        <p:txBody>
          <a:bodyPr rtlCol="0" anchor="ctr"/>
          <a:lstStyle/>
          <a:p>
            <a:pPr marL="0" marR="0" lvl="0" indent="0" defTabSz="914174"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43" name="Right Brace 142"/>
          <p:cNvSpPr/>
          <p:nvPr/>
        </p:nvSpPr>
        <p:spPr>
          <a:xfrm rot="5400000">
            <a:off x="4365508" y="1842465"/>
            <a:ext cx="503612" cy="2546188"/>
          </a:xfrm>
          <a:prstGeom prst="rightBrace">
            <a:avLst>
              <a:gd name="adj1" fmla="val 8333"/>
              <a:gd name="adj2" fmla="val 49144"/>
            </a:avLst>
          </a:prstGeom>
          <a:noFill/>
          <a:ln w="12700" cap="flat" cmpd="sng" algn="ctr">
            <a:solidFill>
              <a:schemeClr val="tx1">
                <a:lumMod val="50000"/>
                <a:lumOff val="50000"/>
              </a:schemeClr>
            </a:solidFill>
            <a:prstDash val="solid"/>
          </a:ln>
          <a:effectLst/>
        </p:spPr>
        <p:txBody>
          <a:bodyPr rtlCol="0" anchor="ctr"/>
          <a:lstStyle/>
          <a:p>
            <a:pPr marL="0" marR="0" lvl="0" indent="0" defTabSz="914174"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44" name="AutoShape 23"/>
          <p:cNvSpPr>
            <a:spLocks noChangeArrowheads="1"/>
          </p:cNvSpPr>
          <p:nvPr/>
        </p:nvSpPr>
        <p:spPr bwMode="auto">
          <a:xfrm>
            <a:off x="465266" y="4439508"/>
            <a:ext cx="2546188" cy="736600"/>
          </a:xfrm>
          <a:prstGeom prst="roundRect">
            <a:avLst>
              <a:gd name="adj" fmla="val 16667"/>
            </a:avLst>
          </a:prstGeom>
          <a:noFill/>
          <a:ln w="28575">
            <a:no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oAutofit/>
          </a:bodyPr>
          <a:lstStyle/>
          <a:p>
            <a:pPr defTabSz="914174">
              <a:spcBef>
                <a:spcPct val="0"/>
              </a:spcBef>
            </a:pPr>
            <a:r>
              <a:rPr lang="en-GB" altLang="en-US" sz="1800" b="1" kern="0" dirty="0">
                <a:solidFill>
                  <a:schemeClr val="accent6"/>
                </a:solidFill>
                <a:latin typeface="+mj-lt"/>
              </a:rPr>
              <a:t>Incentivize &amp; Preserve</a:t>
            </a:r>
          </a:p>
        </p:txBody>
      </p:sp>
      <p:sp>
        <p:nvSpPr>
          <p:cNvPr id="145" name="AutoShape 25"/>
          <p:cNvSpPr>
            <a:spLocks noChangeArrowheads="1"/>
          </p:cNvSpPr>
          <p:nvPr/>
        </p:nvSpPr>
        <p:spPr bwMode="auto">
          <a:xfrm>
            <a:off x="3310101" y="4439507"/>
            <a:ext cx="2546188" cy="736601"/>
          </a:xfrm>
          <a:prstGeom prst="roundRect">
            <a:avLst>
              <a:gd name="adj" fmla="val 16667"/>
            </a:avLst>
          </a:prstGeom>
          <a:noFill/>
          <a:ln w="28575">
            <a:no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oAutofit/>
          </a:bodyPr>
          <a:lstStyle/>
          <a:p>
            <a:pPr defTabSz="914174">
              <a:spcBef>
                <a:spcPct val="0"/>
              </a:spcBef>
            </a:pPr>
            <a:r>
              <a:rPr lang="en-GB" altLang="en-US" sz="1800" b="1" kern="0" dirty="0">
                <a:solidFill>
                  <a:schemeClr val="accent6"/>
                </a:solidFill>
                <a:latin typeface="+mj-lt"/>
              </a:rPr>
              <a:t>Expand &amp; Nurture</a:t>
            </a:r>
          </a:p>
        </p:txBody>
      </p:sp>
      <p:sp>
        <p:nvSpPr>
          <p:cNvPr id="146" name="AutoShape 28"/>
          <p:cNvSpPr>
            <a:spLocks noChangeArrowheads="1"/>
          </p:cNvSpPr>
          <p:nvPr/>
        </p:nvSpPr>
        <p:spPr bwMode="auto">
          <a:xfrm>
            <a:off x="6154933" y="4439508"/>
            <a:ext cx="2546188" cy="736600"/>
          </a:xfrm>
          <a:prstGeom prst="roundRect">
            <a:avLst>
              <a:gd name="adj" fmla="val 16667"/>
            </a:avLst>
          </a:prstGeom>
          <a:noFill/>
          <a:ln w="28575">
            <a:no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oAutofit/>
          </a:bodyPr>
          <a:lstStyle/>
          <a:p>
            <a:pPr defTabSz="914174">
              <a:spcBef>
                <a:spcPct val="0"/>
              </a:spcBef>
            </a:pPr>
            <a:r>
              <a:rPr lang="en-GB" altLang="en-US" sz="1800" b="1" kern="0" dirty="0">
                <a:solidFill>
                  <a:schemeClr val="accent6"/>
                </a:solidFill>
                <a:latin typeface="+mj-lt"/>
              </a:rPr>
              <a:t>Re-acquire</a:t>
            </a:r>
          </a:p>
        </p:txBody>
      </p:sp>
      <p:sp>
        <p:nvSpPr>
          <p:cNvPr id="147" name="Pentagon 146"/>
          <p:cNvSpPr/>
          <p:nvPr/>
        </p:nvSpPr>
        <p:spPr>
          <a:xfrm rot="5400000">
            <a:off x="1578445" y="2997861"/>
            <a:ext cx="319830" cy="2649575"/>
          </a:xfrm>
          <a:prstGeom prst="homePlate">
            <a:avLst>
              <a:gd name="adj" fmla="val 10000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Pentagon 147"/>
          <p:cNvSpPr/>
          <p:nvPr/>
        </p:nvSpPr>
        <p:spPr>
          <a:xfrm rot="5400000">
            <a:off x="4423279" y="2997862"/>
            <a:ext cx="319830" cy="2649575"/>
          </a:xfrm>
          <a:prstGeom prst="homePlate">
            <a:avLst>
              <a:gd name="adj" fmla="val 10000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Pentagon 148"/>
          <p:cNvSpPr/>
          <p:nvPr/>
        </p:nvSpPr>
        <p:spPr>
          <a:xfrm rot="5400000">
            <a:off x="7268113" y="2997863"/>
            <a:ext cx="319830" cy="2649575"/>
          </a:xfrm>
          <a:prstGeom prst="homePlate">
            <a:avLst>
              <a:gd name="adj" fmla="val 10000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Rounded Rectangle 149"/>
          <p:cNvSpPr/>
          <p:nvPr/>
        </p:nvSpPr>
        <p:spPr>
          <a:xfrm>
            <a:off x="361949" y="5587876"/>
            <a:ext cx="8418509" cy="573233"/>
          </a:xfrm>
          <a:prstGeom prst="roundRect">
            <a:avLst/>
          </a:prstGeom>
          <a:solidFill>
            <a:schemeClr val="accent3"/>
          </a:solidFill>
        </p:spPr>
        <p:txBody>
          <a:bodyPr wrap="square" anchor="ctr">
            <a:noAutofit/>
          </a:bodyPr>
          <a:lstStyle/>
          <a:p>
            <a:pPr>
              <a:spcBef>
                <a:spcPts val="600"/>
              </a:spcBef>
              <a:spcAft>
                <a:spcPts val="400"/>
              </a:spcAft>
            </a:pPr>
            <a:endParaRPr lang="en-US" sz="1400" b="1" i="1" dirty="0">
              <a:latin typeface="+mj-lt"/>
            </a:endParaRPr>
          </a:p>
        </p:txBody>
      </p:sp>
      <p:sp>
        <p:nvSpPr>
          <p:cNvPr id="151" name="Rounded Rectangle 150"/>
          <p:cNvSpPr/>
          <p:nvPr/>
        </p:nvSpPr>
        <p:spPr>
          <a:xfrm>
            <a:off x="484050" y="5587876"/>
            <a:ext cx="8178056" cy="573233"/>
          </a:xfrm>
          <a:prstGeom prst="roundRect">
            <a:avLst/>
          </a:prstGeom>
          <a:solidFill>
            <a:schemeClr val="accent3">
              <a:lumMod val="20000"/>
              <a:lumOff val="80000"/>
            </a:schemeClr>
          </a:solidFill>
        </p:spPr>
        <p:txBody>
          <a:bodyPr wrap="square" anchor="ctr">
            <a:noAutofit/>
          </a:bodyPr>
          <a:lstStyle/>
          <a:p>
            <a:pPr>
              <a:spcBef>
                <a:spcPts val="600"/>
              </a:spcBef>
              <a:spcAft>
                <a:spcPts val="400"/>
              </a:spcAft>
            </a:pPr>
            <a:r>
              <a:rPr lang="en-IN" sz="1600" b="1" i="1" dirty="0">
                <a:latin typeface="+mj-lt"/>
              </a:rPr>
              <a:t>A targeted communications strategy will drive required behaviour from all customer groups</a:t>
            </a:r>
          </a:p>
        </p:txBody>
      </p:sp>
    </p:spTree>
    <p:extLst>
      <p:ext uri="{BB962C8B-B14F-4D97-AF65-F5344CB8AC3E}">
        <p14:creationId xmlns:p14="http://schemas.microsoft.com/office/powerpoint/2010/main" val="2451978378"/>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1186614" y="664622"/>
            <a:ext cx="6803143" cy="6083995"/>
          </a:xfrm>
          <a:prstGeom prst="rect">
            <a:avLst/>
          </a:prstGeom>
        </p:spPr>
      </p:pic>
      <p:sp>
        <p:nvSpPr>
          <p:cNvPr id="6" name="Title 5"/>
          <p:cNvSpPr>
            <a:spLocks noGrp="1"/>
          </p:cNvSpPr>
          <p:nvPr>
            <p:ph type="ctrTitle"/>
          </p:nvPr>
        </p:nvSpPr>
        <p:spPr>
          <a:xfrm>
            <a:off x="1753848" y="254339"/>
            <a:ext cx="4573250" cy="410283"/>
          </a:xfrm>
        </p:spPr>
        <p:txBody>
          <a:bodyPr>
            <a:normAutofit fontScale="90000"/>
          </a:bodyPr>
          <a:lstStyle/>
          <a:p>
            <a:r>
              <a:rPr lang="en-IN" dirty="0">
                <a:solidFill>
                  <a:schemeClr val="tx1"/>
                </a:solidFill>
              </a:rPr>
              <a:t>Collapsing the RFM segments</a:t>
            </a:r>
          </a:p>
        </p:txBody>
      </p:sp>
    </p:spTree>
    <p:extLst>
      <p:ext uri="{BB962C8B-B14F-4D97-AF65-F5344CB8AC3E}">
        <p14:creationId xmlns:p14="http://schemas.microsoft.com/office/powerpoint/2010/main" val="27896233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8051" name="Rectangle 3"/>
          <p:cNvSpPr>
            <a:spLocks noGrp="1" noChangeArrowheads="1"/>
          </p:cNvSpPr>
          <p:nvPr>
            <p:ph type="title"/>
          </p:nvPr>
        </p:nvSpPr>
        <p:spPr>
          <a:xfrm>
            <a:off x="-38095" y="119677"/>
            <a:ext cx="9324975" cy="1211263"/>
          </a:xfrm>
        </p:spPr>
        <p:txBody>
          <a:bodyPr vert="horz" lIns="91417" tIns="45709" rIns="91417" bIns="45709" rtlCol="0" anchor="ctr">
            <a:normAutofit/>
          </a:bodyPr>
          <a:lstStyle/>
          <a:p>
            <a:r>
              <a:rPr lang="en-GB" altLang="en-GB" dirty="0"/>
              <a:t>Products are categorised using Customer Lifestyle Attributes</a:t>
            </a:r>
            <a:endParaRPr lang="en-US" altLang="en-GB" dirty="0"/>
          </a:p>
        </p:txBody>
      </p:sp>
      <p:sp>
        <p:nvSpPr>
          <p:cNvPr id="258053" name="Rectangle 5"/>
          <p:cNvSpPr>
            <a:spLocks noChangeArrowheads="1"/>
          </p:cNvSpPr>
          <p:nvPr/>
        </p:nvSpPr>
        <p:spPr bwMode="auto">
          <a:xfrm>
            <a:off x="1767534" y="1598613"/>
            <a:ext cx="5535114" cy="336550"/>
          </a:xfrm>
          <a:prstGeom prst="rect">
            <a:avLst/>
          </a:prstGeom>
          <a:solidFill>
            <a:schemeClr val="tx1">
              <a:lumMod val="50000"/>
              <a:lumOff val="50000"/>
            </a:schemeClr>
          </a:solidFill>
          <a:ln>
            <a:noFill/>
          </a:ln>
          <a:effectLst/>
        </p:spPr>
        <p:txBody>
          <a:bodyPr lIns="91379" tIns="45690" rIns="91379" bIns="45690" anchor="ctr"/>
          <a:lstStyle>
            <a:lvl1pPr defTabSz="1001713">
              <a:spcBef>
                <a:spcPct val="20000"/>
              </a:spcBef>
              <a:buChar char="•"/>
              <a:defRPr sz="2800">
                <a:solidFill>
                  <a:schemeClr val="tx1"/>
                </a:solidFill>
                <a:latin typeface="Times New Roman" pitchFamily="18" charset="0"/>
              </a:defRPr>
            </a:lvl1pPr>
            <a:lvl2pPr marL="377825" indent="-187325" defTabSz="1001713">
              <a:spcBef>
                <a:spcPct val="20000"/>
              </a:spcBef>
              <a:buChar char="–"/>
              <a:defRPr sz="2400">
                <a:solidFill>
                  <a:schemeClr val="tx1"/>
                </a:solidFill>
                <a:latin typeface="Times New Roman" pitchFamily="18" charset="0"/>
              </a:defRPr>
            </a:lvl2pPr>
            <a:lvl3pPr marL="757238" indent="-188913" defTabSz="1001713">
              <a:spcBef>
                <a:spcPct val="20000"/>
              </a:spcBef>
              <a:buChar char="•"/>
              <a:defRPr sz="2000">
                <a:solidFill>
                  <a:schemeClr val="tx1"/>
                </a:solidFill>
                <a:latin typeface="Times New Roman" pitchFamily="18" charset="0"/>
              </a:defRPr>
            </a:lvl3pPr>
            <a:lvl4pPr marL="1147763" indent="-200025" defTabSz="1001713">
              <a:spcBef>
                <a:spcPct val="20000"/>
              </a:spcBef>
              <a:buChar char="–"/>
              <a:defRPr>
                <a:solidFill>
                  <a:schemeClr val="tx1"/>
                </a:solidFill>
                <a:latin typeface="Times New Roman" pitchFamily="18" charset="0"/>
              </a:defRPr>
            </a:lvl4pPr>
            <a:lvl5pPr marL="1527175" indent="-188913" defTabSz="1001713">
              <a:spcBef>
                <a:spcPct val="20000"/>
              </a:spcBef>
              <a:buChar char="»"/>
              <a:defRPr>
                <a:solidFill>
                  <a:schemeClr val="tx1"/>
                </a:solidFill>
                <a:latin typeface="Times New Roman" pitchFamily="18" charset="0"/>
              </a:defRPr>
            </a:lvl5pPr>
            <a:lvl6pPr marL="1984375" indent="-188913" defTabSz="1001713" eaLnBrk="0" fontAlgn="base" hangingPunct="0">
              <a:spcBef>
                <a:spcPct val="20000"/>
              </a:spcBef>
              <a:spcAft>
                <a:spcPct val="0"/>
              </a:spcAft>
              <a:buChar char="»"/>
              <a:defRPr>
                <a:solidFill>
                  <a:schemeClr val="tx1"/>
                </a:solidFill>
                <a:latin typeface="Times New Roman" pitchFamily="18" charset="0"/>
              </a:defRPr>
            </a:lvl6pPr>
            <a:lvl7pPr marL="2441575" indent="-188913" defTabSz="1001713" eaLnBrk="0" fontAlgn="base" hangingPunct="0">
              <a:spcBef>
                <a:spcPct val="20000"/>
              </a:spcBef>
              <a:spcAft>
                <a:spcPct val="0"/>
              </a:spcAft>
              <a:buChar char="»"/>
              <a:defRPr>
                <a:solidFill>
                  <a:schemeClr val="tx1"/>
                </a:solidFill>
                <a:latin typeface="Times New Roman" pitchFamily="18" charset="0"/>
              </a:defRPr>
            </a:lvl7pPr>
            <a:lvl8pPr marL="2898775" indent="-188913" defTabSz="1001713" eaLnBrk="0" fontAlgn="base" hangingPunct="0">
              <a:spcBef>
                <a:spcPct val="20000"/>
              </a:spcBef>
              <a:spcAft>
                <a:spcPct val="0"/>
              </a:spcAft>
              <a:buChar char="»"/>
              <a:defRPr>
                <a:solidFill>
                  <a:schemeClr val="tx1"/>
                </a:solidFill>
                <a:latin typeface="Times New Roman" pitchFamily="18" charset="0"/>
              </a:defRPr>
            </a:lvl8pPr>
            <a:lvl9pPr marL="3355975" indent="-188913" defTabSz="1001713" eaLnBrk="0" fontAlgn="base" hangingPunct="0">
              <a:spcBef>
                <a:spcPct val="20000"/>
              </a:spcBef>
              <a:spcAft>
                <a:spcPct val="0"/>
              </a:spcAft>
              <a:buChar char="»"/>
              <a:defRPr>
                <a:solidFill>
                  <a:schemeClr val="tx1"/>
                </a:solidFill>
                <a:latin typeface="Times New Roman" pitchFamily="18" charset="0"/>
              </a:defRPr>
            </a:lvl9pPr>
          </a:lstStyle>
          <a:p>
            <a:pPr>
              <a:lnSpc>
                <a:spcPct val="80000"/>
              </a:lnSpc>
              <a:buFontTx/>
              <a:buNone/>
            </a:pPr>
            <a:r>
              <a:rPr lang="en-GB" altLang="en-GB" sz="1800" b="1" i="1" dirty="0">
                <a:solidFill>
                  <a:schemeClr val="bg1"/>
                </a:solidFill>
                <a:latin typeface="+mj-lt"/>
              </a:rPr>
              <a:t>Each product is categorised using a series of attributes</a:t>
            </a:r>
          </a:p>
        </p:txBody>
      </p:sp>
      <p:sp>
        <p:nvSpPr>
          <p:cNvPr id="14" name="Rectangle 13"/>
          <p:cNvSpPr/>
          <p:nvPr/>
        </p:nvSpPr>
        <p:spPr>
          <a:xfrm>
            <a:off x="7317423" y="164177"/>
            <a:ext cx="1463040" cy="218591"/>
          </a:xfrm>
          <a:prstGeom prst="rect">
            <a:avLst/>
          </a:prstGeom>
          <a:solidFill>
            <a:schemeClr val="accent5"/>
          </a:solidFill>
        </p:spPr>
        <p:txBody>
          <a:bodyPr wrap="square" lIns="91440" tIns="45720" rIns="91440" bIns="45720" anchor="ctr" anchorCtr="0">
            <a:noAutofit/>
          </a:bodyPr>
          <a:lstStyle/>
          <a:p>
            <a:pPr algn="ctr"/>
            <a:r>
              <a:rPr lang="en-US" sz="1200" b="1" dirty="0">
                <a:solidFill>
                  <a:schemeClr val="bg1"/>
                </a:solidFill>
                <a:latin typeface="+mj-lt"/>
              </a:rPr>
              <a:t>Segmentation</a:t>
            </a:r>
          </a:p>
        </p:txBody>
      </p:sp>
      <p:cxnSp>
        <p:nvCxnSpPr>
          <p:cNvPr id="4" name="Straight Connector 3"/>
          <p:cNvCxnSpPr/>
          <p:nvPr/>
        </p:nvCxnSpPr>
        <p:spPr bwMode="auto">
          <a:xfrm>
            <a:off x="361950" y="1937980"/>
            <a:ext cx="8418513" cy="0"/>
          </a:xfrm>
          <a:prstGeom prst="line">
            <a:avLst/>
          </a:prstGeom>
          <a:solidFill>
            <a:schemeClr val="accent1"/>
          </a:solidFill>
          <a:ln w="19050" cap="flat" cmpd="sng" algn="ctr">
            <a:solidFill>
              <a:schemeClr val="tx1">
                <a:lumMod val="50000"/>
                <a:lumOff val="50000"/>
              </a:schemeClr>
            </a:solidFill>
            <a:prstDash val="solid"/>
            <a:round/>
            <a:headEnd type="oval" w="med" len="med"/>
            <a:tailEnd type="oval" w="med" len="med"/>
          </a:ln>
          <a:effectLst/>
        </p:spPr>
      </p:cxnSp>
      <p:sp>
        <p:nvSpPr>
          <p:cNvPr id="5" name="Rectangle 4"/>
          <p:cNvSpPr/>
          <p:nvPr/>
        </p:nvSpPr>
        <p:spPr bwMode="auto">
          <a:xfrm>
            <a:off x="520444" y="2213332"/>
            <a:ext cx="2508011" cy="2088107"/>
          </a:xfrm>
          <a:prstGeom prst="rect">
            <a:avLst/>
          </a:prstGeom>
          <a:solidFill>
            <a:schemeClr val="accent3">
              <a:lumMod val="20000"/>
              <a:lumOff val="80000"/>
            </a:schemeClr>
          </a:solidFill>
          <a:ln w="9525">
            <a:solidFill>
              <a:schemeClr val="accent3"/>
            </a:solidFill>
            <a:miter lim="800000"/>
            <a:headEnd/>
            <a:tailEnd/>
          </a:ln>
          <a:effectLst/>
        </p:spPr>
        <p:txBody>
          <a:bodyPr lIns="1188720" tIns="91440" rIns="91440" bIns="91440" rtlCol="0" anchor="ctr">
            <a:noAutofit/>
          </a:bodyPr>
          <a:lstStyle/>
          <a:p>
            <a:pPr marL="171450" indent="-171450" algn="l">
              <a:spcBef>
                <a:spcPts val="0"/>
              </a:spcBef>
              <a:spcAft>
                <a:spcPts val="600"/>
              </a:spcAft>
              <a:buFont typeface="Arial" panose="020B0604020202020204" pitchFamily="34" charset="0"/>
              <a:buChar char="•"/>
            </a:pPr>
            <a:r>
              <a:rPr lang="en-IN" sz="1600" dirty="0">
                <a:latin typeface="+mj-lt"/>
                <a:ea typeface="Verdana" pitchFamily="34" charset="0"/>
                <a:cs typeface="Verdana" pitchFamily="34" charset="0"/>
              </a:rPr>
              <a:t>Low Price</a:t>
            </a:r>
          </a:p>
          <a:p>
            <a:pPr marL="171450" indent="-171450" algn="l">
              <a:spcBef>
                <a:spcPts val="0"/>
              </a:spcBef>
              <a:spcAft>
                <a:spcPts val="600"/>
              </a:spcAft>
              <a:buFont typeface="Arial" panose="020B0604020202020204" pitchFamily="34" charset="0"/>
              <a:buChar char="•"/>
            </a:pPr>
            <a:r>
              <a:rPr lang="en-IN" sz="1600" dirty="0">
                <a:latin typeface="+mj-lt"/>
                <a:ea typeface="Verdana" pitchFamily="34" charset="0"/>
                <a:cs typeface="Verdana" pitchFamily="34" charset="0"/>
              </a:rPr>
              <a:t>Reliance Own</a:t>
            </a:r>
          </a:p>
          <a:p>
            <a:pPr marL="171450" indent="-171450" algn="l">
              <a:spcBef>
                <a:spcPts val="0"/>
              </a:spcBef>
              <a:spcAft>
                <a:spcPts val="600"/>
              </a:spcAft>
              <a:buFont typeface="Arial" panose="020B0604020202020204" pitchFamily="34" charset="0"/>
              <a:buChar char="•"/>
            </a:pPr>
            <a:r>
              <a:rPr lang="en-IN" sz="1600" dirty="0">
                <a:latin typeface="+mj-lt"/>
                <a:ea typeface="Verdana" pitchFamily="34" charset="0"/>
                <a:cs typeface="Verdana" pitchFamily="34" charset="0"/>
              </a:rPr>
              <a:t>Reliance Select</a:t>
            </a:r>
          </a:p>
        </p:txBody>
      </p:sp>
      <p:sp>
        <p:nvSpPr>
          <p:cNvPr id="21" name="Rectangle 20"/>
          <p:cNvSpPr/>
          <p:nvPr/>
        </p:nvSpPr>
        <p:spPr bwMode="auto">
          <a:xfrm>
            <a:off x="3317201" y="2197290"/>
            <a:ext cx="2508011" cy="2088107"/>
          </a:xfrm>
          <a:prstGeom prst="rect">
            <a:avLst/>
          </a:prstGeom>
          <a:solidFill>
            <a:schemeClr val="accent5">
              <a:lumMod val="20000"/>
              <a:lumOff val="80000"/>
            </a:schemeClr>
          </a:solidFill>
          <a:ln w="9525">
            <a:solidFill>
              <a:schemeClr val="accent5"/>
            </a:solidFill>
            <a:miter lim="800000"/>
            <a:headEnd/>
            <a:tailEnd/>
          </a:ln>
          <a:effectLst/>
        </p:spPr>
        <p:txBody>
          <a:bodyPr rot="0" spcFirstLastPara="0" vertOverflow="overflow" horzOverflow="overflow" vert="horz" wrap="none" lIns="1188720" tIns="91440" rIns="91440" bIns="91440" numCol="1" spcCol="0" rtlCol="0" fromWordArt="0" anchor="ctr" anchorCtr="0" forceAA="0" compatLnSpc="1">
            <a:prstTxWarp prst="textNoShape">
              <a:avLst/>
            </a:prstTxWarp>
            <a:noAutofit/>
          </a:bodyPr>
          <a:lstStyle/>
          <a:p>
            <a:pPr marL="171450" indent="-171450" algn="l">
              <a:spcBef>
                <a:spcPts val="0"/>
              </a:spcBef>
              <a:spcAft>
                <a:spcPts val="600"/>
              </a:spcAft>
              <a:buFont typeface="Arial" panose="020B0604020202020204" pitchFamily="34" charset="0"/>
              <a:buChar char="•"/>
            </a:pPr>
            <a:r>
              <a:rPr lang="en-IN" sz="1600" dirty="0">
                <a:latin typeface="+mj-lt"/>
                <a:ea typeface="Verdana" pitchFamily="34" charset="0"/>
                <a:cs typeface="Verdana" pitchFamily="34" charset="0"/>
              </a:rPr>
              <a:t>Fresh</a:t>
            </a:r>
          </a:p>
          <a:p>
            <a:pPr marL="171450" indent="-171450" algn="l">
              <a:spcBef>
                <a:spcPts val="0"/>
              </a:spcBef>
              <a:spcAft>
                <a:spcPts val="600"/>
              </a:spcAft>
              <a:buFont typeface="Arial" panose="020B0604020202020204" pitchFamily="34" charset="0"/>
              <a:buChar char="•"/>
            </a:pPr>
            <a:r>
              <a:rPr lang="en-IN" sz="1600" dirty="0">
                <a:latin typeface="+mj-lt"/>
                <a:ea typeface="Verdana" pitchFamily="34" charset="0"/>
                <a:cs typeface="Verdana" pitchFamily="34" charset="0"/>
              </a:rPr>
              <a:t>Unpacked</a:t>
            </a:r>
          </a:p>
          <a:p>
            <a:pPr marL="171450" indent="-171450" algn="l">
              <a:spcBef>
                <a:spcPts val="0"/>
              </a:spcBef>
              <a:spcAft>
                <a:spcPts val="600"/>
              </a:spcAft>
              <a:buFont typeface="Arial" panose="020B0604020202020204" pitchFamily="34" charset="0"/>
              <a:buChar char="•"/>
            </a:pPr>
            <a:r>
              <a:rPr lang="en-IN" sz="1600" dirty="0">
                <a:latin typeface="+mj-lt"/>
                <a:ea typeface="Verdana" pitchFamily="34" charset="0"/>
                <a:cs typeface="Verdana" pitchFamily="34" charset="0"/>
              </a:rPr>
              <a:t>Conventional</a:t>
            </a:r>
          </a:p>
        </p:txBody>
      </p:sp>
      <p:sp>
        <p:nvSpPr>
          <p:cNvPr id="22" name="Rectangle 21"/>
          <p:cNvSpPr/>
          <p:nvPr/>
        </p:nvSpPr>
        <p:spPr bwMode="auto">
          <a:xfrm>
            <a:off x="6113958" y="2197290"/>
            <a:ext cx="2508011" cy="2088107"/>
          </a:xfrm>
          <a:prstGeom prst="rect">
            <a:avLst/>
          </a:prstGeom>
          <a:solidFill>
            <a:schemeClr val="accent6">
              <a:lumMod val="20000"/>
              <a:lumOff val="80000"/>
            </a:schemeClr>
          </a:solidFill>
          <a:ln w="9525">
            <a:solidFill>
              <a:schemeClr val="accent6"/>
            </a:solidFill>
            <a:miter lim="800000"/>
            <a:headEnd/>
            <a:tailEnd/>
          </a:ln>
          <a:effectLst/>
        </p:spPr>
        <p:txBody>
          <a:bodyPr lIns="1188720" tIns="91440" rIns="91440" bIns="91440" rtlCol="0" anchor="ctr">
            <a:noAutofit/>
          </a:bodyPr>
          <a:lstStyle/>
          <a:p>
            <a:pPr marL="171450" indent="-171450" algn="l">
              <a:spcBef>
                <a:spcPts val="0"/>
              </a:spcBef>
              <a:spcAft>
                <a:spcPts val="600"/>
              </a:spcAft>
              <a:buFont typeface="Arial" panose="020B0604020202020204" pitchFamily="34" charset="0"/>
              <a:buChar char="•"/>
            </a:pPr>
            <a:r>
              <a:rPr lang="en-IN" sz="1600" dirty="0">
                <a:latin typeface="+mj-lt"/>
                <a:ea typeface="Verdana" pitchFamily="34" charset="0"/>
                <a:cs typeface="Verdana" pitchFamily="34" charset="0"/>
              </a:rPr>
              <a:t>Branded</a:t>
            </a:r>
          </a:p>
          <a:p>
            <a:pPr marL="171450" indent="-171450" algn="l">
              <a:spcBef>
                <a:spcPts val="0"/>
              </a:spcBef>
              <a:spcAft>
                <a:spcPts val="600"/>
              </a:spcAft>
              <a:buFont typeface="Arial" panose="020B0604020202020204" pitchFamily="34" charset="0"/>
              <a:buChar char="•"/>
            </a:pPr>
            <a:r>
              <a:rPr lang="en-IN" sz="1600" dirty="0">
                <a:latin typeface="+mj-lt"/>
                <a:ea typeface="Verdana" pitchFamily="34" charset="0"/>
                <a:cs typeface="Verdana" pitchFamily="34" charset="0"/>
              </a:rPr>
              <a:t>South Indian</a:t>
            </a:r>
          </a:p>
          <a:p>
            <a:pPr marL="171450" indent="-171450" algn="l">
              <a:spcBef>
                <a:spcPts val="0"/>
              </a:spcBef>
              <a:spcAft>
                <a:spcPts val="600"/>
              </a:spcAft>
              <a:buFont typeface="Arial" panose="020B0604020202020204" pitchFamily="34" charset="0"/>
              <a:buChar char="•"/>
            </a:pPr>
            <a:r>
              <a:rPr lang="en-IN" sz="1600" dirty="0">
                <a:latin typeface="+mj-lt"/>
                <a:ea typeface="Verdana" pitchFamily="34" charset="0"/>
                <a:cs typeface="Verdana" pitchFamily="34" charset="0"/>
              </a:rPr>
              <a:t>Quick</a:t>
            </a:r>
          </a:p>
        </p:txBody>
      </p:sp>
      <p:pic>
        <p:nvPicPr>
          <p:cNvPr id="17"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14191" r="13808"/>
          <a:stretch/>
        </p:blipFill>
        <p:spPr bwMode="auto">
          <a:xfrm>
            <a:off x="555767" y="2526968"/>
            <a:ext cx="1028701" cy="14287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 name="Picture 4"/>
          <p:cNvPicPr>
            <a:picLocks noChangeAspect="1" noChangeArrowheads="1"/>
          </p:cNvPicPr>
          <p:nvPr/>
        </p:nvPicPr>
        <p:blipFill rotWithShape="1">
          <a:blip r:embed="rId4">
            <a:extLst>
              <a:ext uri="{28A0092B-C50C-407E-A947-70E740481C1C}">
                <a14:useLocalDpi xmlns:a14="http://schemas.microsoft.com/office/drawing/2010/main" val="0"/>
              </a:ext>
            </a:extLst>
          </a:blip>
          <a:srcRect l="21219" t="7723" r="18774" b="4905"/>
          <a:stretch/>
        </p:blipFill>
        <p:spPr bwMode="auto">
          <a:xfrm>
            <a:off x="6189729" y="2617261"/>
            <a:ext cx="857251" cy="124816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361949" y="4900883"/>
            <a:ext cx="8418513" cy="392053"/>
          </a:xfrm>
          <a:prstGeom prst="rect">
            <a:avLst/>
          </a:prstGeom>
        </p:spPr>
        <p:txBody>
          <a:bodyPr wrap="square" anchor="ctr">
            <a:noAutofit/>
          </a:bodyPr>
          <a:lstStyle/>
          <a:p>
            <a:r>
              <a:rPr lang="en-GB" altLang="en-GB" sz="2000" b="1" i="1" dirty="0">
                <a:solidFill>
                  <a:schemeClr val="accent2"/>
                </a:solidFill>
                <a:latin typeface="+mj-lt"/>
              </a:rPr>
              <a:t>Top </a:t>
            </a:r>
            <a:r>
              <a:rPr lang="en-GB" altLang="en-US" sz="2000" b="1" i="1" dirty="0">
                <a:solidFill>
                  <a:schemeClr val="accent2"/>
                </a:solidFill>
                <a:latin typeface="+mj-lt"/>
              </a:rPr>
              <a:t>products that account for 95% sales are flagged with such attributes</a:t>
            </a:r>
            <a:endParaRPr lang="en-IN" sz="2000" b="1" i="1" dirty="0">
              <a:solidFill>
                <a:schemeClr val="accent2"/>
              </a:solidFill>
              <a:latin typeface="+mj-lt"/>
            </a:endParaRPr>
          </a:p>
        </p:txBody>
      </p:sp>
      <p:sp>
        <p:nvSpPr>
          <p:cNvPr id="24" name="Rectangle 23"/>
          <p:cNvSpPr/>
          <p:nvPr/>
        </p:nvSpPr>
        <p:spPr>
          <a:xfrm>
            <a:off x="361949" y="5452339"/>
            <a:ext cx="8418513" cy="392053"/>
          </a:xfrm>
          <a:prstGeom prst="rect">
            <a:avLst/>
          </a:prstGeom>
        </p:spPr>
        <p:txBody>
          <a:bodyPr wrap="square" anchor="ctr">
            <a:noAutofit/>
          </a:bodyPr>
          <a:lstStyle/>
          <a:p>
            <a:r>
              <a:rPr lang="en-IN" altLang="en-GB" sz="2000" b="1" i="1" dirty="0">
                <a:solidFill>
                  <a:schemeClr val="accent5"/>
                </a:solidFill>
                <a:latin typeface="+mj-lt"/>
              </a:rPr>
              <a:t>We look for the balance of key attributes in each customers shopping …</a:t>
            </a:r>
          </a:p>
        </p:txBody>
      </p:sp>
      <p:pic>
        <p:nvPicPr>
          <p:cNvPr id="1055746" name="Picture 2" descr="http://www.hospitalityinfocentre.co.uk/Fruit%20&amp;%20Veg/Vegetables/Pictures/vegetables%5b1%5d.jpg"/>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34220"/>
          <a:stretch/>
        </p:blipFill>
        <p:spPr bwMode="auto">
          <a:xfrm>
            <a:off x="3378140" y="2659900"/>
            <a:ext cx="1019928" cy="11628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643640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058" y="-112716"/>
            <a:ext cx="9739317" cy="1211263"/>
          </a:xfrm>
        </p:spPr>
        <p:txBody>
          <a:bodyPr/>
          <a:lstStyle/>
          <a:p>
            <a:r>
              <a:rPr lang="en-IN" dirty="0"/>
              <a:t>Can you come up with 50 pre-identified Customer Lifestyle Attributes for Reliance Retail ?</a:t>
            </a:r>
          </a:p>
        </p:txBody>
      </p:sp>
      <p:sp>
        <p:nvSpPr>
          <p:cNvPr id="20" name="Text Box 16"/>
          <p:cNvSpPr txBox="1">
            <a:spLocks noChangeArrowheads="1"/>
          </p:cNvSpPr>
          <p:nvPr/>
        </p:nvSpPr>
        <p:spPr bwMode="auto">
          <a:xfrm>
            <a:off x="361949" y="1260830"/>
            <a:ext cx="8418513" cy="1266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417" tIns="45709" rIns="91417" bIns="45709">
            <a:noAutofit/>
          </a:bodyPr>
          <a:lstStyle>
            <a:lvl1pPr>
              <a:tabLst>
                <a:tab pos="1081088" algn="l"/>
              </a:tabLst>
              <a:defRPr sz="2400">
                <a:solidFill>
                  <a:schemeClr val="tx1"/>
                </a:solidFill>
                <a:latin typeface="Times New Roman" pitchFamily="18" charset="0"/>
              </a:defRPr>
            </a:lvl1pPr>
            <a:lvl2pPr marL="442913" indent="14288">
              <a:tabLst>
                <a:tab pos="1081088" algn="l"/>
              </a:tabLst>
              <a:defRPr sz="2400">
                <a:solidFill>
                  <a:schemeClr val="tx1"/>
                </a:solidFill>
                <a:latin typeface="Times New Roman" pitchFamily="18" charset="0"/>
              </a:defRPr>
            </a:lvl2pPr>
            <a:lvl3pPr marL="1081088" indent="-166688">
              <a:tabLst>
                <a:tab pos="1081088" algn="l"/>
              </a:tabLst>
              <a:defRPr sz="2400">
                <a:solidFill>
                  <a:schemeClr val="tx1"/>
                </a:solidFill>
                <a:latin typeface="Times New Roman" pitchFamily="18" charset="0"/>
              </a:defRPr>
            </a:lvl3pPr>
            <a:lvl4pPr>
              <a:tabLst>
                <a:tab pos="1081088" algn="l"/>
              </a:tabLst>
              <a:defRPr sz="2400">
                <a:solidFill>
                  <a:schemeClr val="tx1"/>
                </a:solidFill>
                <a:latin typeface="Times New Roman" pitchFamily="18" charset="0"/>
              </a:defRPr>
            </a:lvl4pPr>
            <a:lvl5pPr>
              <a:tabLst>
                <a:tab pos="1081088" algn="l"/>
              </a:tabLst>
              <a:defRPr sz="2400">
                <a:solidFill>
                  <a:schemeClr val="tx1"/>
                </a:solidFill>
                <a:latin typeface="Times New Roman" pitchFamily="18" charset="0"/>
              </a:defRPr>
            </a:lvl5pPr>
            <a:lvl6pPr eaLnBrk="0" fontAlgn="base" hangingPunct="0">
              <a:spcBef>
                <a:spcPct val="0"/>
              </a:spcBef>
              <a:spcAft>
                <a:spcPct val="0"/>
              </a:spcAft>
              <a:tabLst>
                <a:tab pos="1081088" algn="l"/>
              </a:tabLst>
              <a:defRPr sz="2400">
                <a:solidFill>
                  <a:schemeClr val="tx1"/>
                </a:solidFill>
                <a:latin typeface="Times New Roman" pitchFamily="18" charset="0"/>
              </a:defRPr>
            </a:lvl6pPr>
            <a:lvl7pPr eaLnBrk="0" fontAlgn="base" hangingPunct="0">
              <a:spcBef>
                <a:spcPct val="0"/>
              </a:spcBef>
              <a:spcAft>
                <a:spcPct val="0"/>
              </a:spcAft>
              <a:tabLst>
                <a:tab pos="1081088" algn="l"/>
              </a:tabLst>
              <a:defRPr sz="2400">
                <a:solidFill>
                  <a:schemeClr val="tx1"/>
                </a:solidFill>
                <a:latin typeface="Times New Roman" pitchFamily="18" charset="0"/>
              </a:defRPr>
            </a:lvl7pPr>
            <a:lvl8pPr eaLnBrk="0" fontAlgn="base" hangingPunct="0">
              <a:spcBef>
                <a:spcPct val="0"/>
              </a:spcBef>
              <a:spcAft>
                <a:spcPct val="0"/>
              </a:spcAft>
              <a:tabLst>
                <a:tab pos="1081088" algn="l"/>
              </a:tabLst>
              <a:defRPr sz="2400">
                <a:solidFill>
                  <a:schemeClr val="tx1"/>
                </a:solidFill>
                <a:latin typeface="Times New Roman" pitchFamily="18" charset="0"/>
              </a:defRPr>
            </a:lvl8pPr>
            <a:lvl9pPr eaLnBrk="0" fontAlgn="base" hangingPunct="0">
              <a:spcBef>
                <a:spcPct val="0"/>
              </a:spcBef>
              <a:spcAft>
                <a:spcPct val="0"/>
              </a:spcAft>
              <a:tabLst>
                <a:tab pos="1081088" algn="l"/>
              </a:tabLst>
              <a:defRPr sz="2400">
                <a:solidFill>
                  <a:schemeClr val="tx1"/>
                </a:solidFill>
                <a:latin typeface="Times New Roman" pitchFamily="18" charset="0"/>
              </a:defRPr>
            </a:lvl9pPr>
          </a:lstStyle>
          <a:p>
            <a:pPr marL="0" lvl="1" indent="0" algn="l" defTabSz="914174">
              <a:spcBef>
                <a:spcPts val="0"/>
              </a:spcBef>
              <a:spcAft>
                <a:spcPts val="400"/>
              </a:spcAft>
              <a:tabLst/>
            </a:pPr>
            <a:r>
              <a:rPr lang="en-GB" altLang="en-US" sz="1400" dirty="0">
                <a:solidFill>
                  <a:prstClr val="black"/>
                </a:solidFill>
                <a:latin typeface="+mj-lt"/>
              </a:rPr>
              <a:t>We make use of over 50 attributes for profiling customers who then can be grouped into 6 to 12 more manageable high level Lifestyles segments. The numerous dimensions give us a deeper understanding of particular shopping behaviour of various customer groups. </a:t>
            </a:r>
          </a:p>
          <a:p>
            <a:pPr marL="0" lvl="1" indent="0" algn="l" defTabSz="914174">
              <a:spcBef>
                <a:spcPts val="0"/>
              </a:spcBef>
              <a:spcAft>
                <a:spcPts val="400"/>
              </a:spcAft>
              <a:tabLst/>
            </a:pPr>
            <a:r>
              <a:rPr lang="en-GB" altLang="en-US" sz="1400" dirty="0">
                <a:solidFill>
                  <a:prstClr val="black"/>
                </a:solidFill>
                <a:latin typeface="+mj-lt"/>
              </a:rPr>
              <a:t>For example we can easily identify customers who have a tendency to buy into large non-food items (electrical </a:t>
            </a:r>
            <a:r>
              <a:rPr lang="en-GB" altLang="en-US" sz="1400" dirty="0" err="1">
                <a:solidFill>
                  <a:prstClr val="black"/>
                </a:solidFill>
                <a:latin typeface="+mj-lt"/>
              </a:rPr>
              <a:t>etc</a:t>
            </a:r>
            <a:r>
              <a:rPr lang="en-GB" altLang="en-US" sz="1400" dirty="0">
                <a:solidFill>
                  <a:prstClr val="black"/>
                </a:solidFill>
                <a:latin typeface="+mj-lt"/>
              </a:rPr>
              <a:t>). This will be used in targeting for Reliance Digital.</a:t>
            </a:r>
          </a:p>
        </p:txBody>
      </p:sp>
      <p:sp>
        <p:nvSpPr>
          <p:cNvPr id="21" name="Text Box 13"/>
          <p:cNvSpPr txBox="1">
            <a:spLocks noChangeArrowheads="1"/>
          </p:cNvSpPr>
          <p:nvPr/>
        </p:nvSpPr>
        <p:spPr bwMode="auto">
          <a:xfrm>
            <a:off x="361949" y="2574387"/>
            <a:ext cx="2722689" cy="3722772"/>
          </a:xfrm>
          <a:prstGeom prst="round2DiagRect">
            <a:avLst>
              <a:gd name="adj1" fmla="val 13659"/>
              <a:gd name="adj2" fmla="val 0"/>
            </a:avLst>
          </a:prstGeom>
          <a:solidFill>
            <a:schemeClr val="accent3">
              <a:lumMod val="20000"/>
              <a:lumOff val="80000"/>
            </a:schemeClr>
          </a:solidFill>
          <a:ln>
            <a:solidFill>
              <a:schemeClr val="accent3"/>
            </a:solidFill>
          </a:ln>
          <a:effectLst/>
        </p:spPr>
        <p:txBody>
          <a:bodyPr lIns="91417" tIns="27432" rIns="91417" bIns="27432">
            <a:noAutofit/>
          </a:bodyPr>
          <a:lstStyle>
            <a:lvl1pPr marL="190500" indent="-190500">
              <a:tabLst>
                <a:tab pos="1966913" algn="l"/>
              </a:tabLst>
              <a:defRPr sz="2400">
                <a:solidFill>
                  <a:schemeClr val="tx1"/>
                </a:solidFill>
                <a:latin typeface="Times New Roman" pitchFamily="18" charset="0"/>
              </a:defRPr>
            </a:lvl1pPr>
            <a:lvl2pPr marL="665163" indent="-207963">
              <a:tabLst>
                <a:tab pos="1966913" algn="l"/>
              </a:tabLst>
              <a:defRPr sz="2400">
                <a:solidFill>
                  <a:schemeClr val="tx1"/>
                </a:solidFill>
                <a:latin typeface="Times New Roman" pitchFamily="18" charset="0"/>
              </a:defRPr>
            </a:lvl2pPr>
            <a:lvl3pPr marL="1081088" indent="-166688">
              <a:tabLst>
                <a:tab pos="1966913" algn="l"/>
              </a:tabLst>
              <a:defRPr sz="2400">
                <a:solidFill>
                  <a:schemeClr val="tx1"/>
                </a:solidFill>
                <a:latin typeface="Times New Roman" pitchFamily="18" charset="0"/>
              </a:defRPr>
            </a:lvl3pPr>
            <a:lvl4pPr>
              <a:tabLst>
                <a:tab pos="1966913" algn="l"/>
              </a:tabLst>
              <a:defRPr sz="2400">
                <a:solidFill>
                  <a:schemeClr val="tx1"/>
                </a:solidFill>
                <a:latin typeface="Times New Roman" pitchFamily="18" charset="0"/>
              </a:defRPr>
            </a:lvl4pPr>
            <a:lvl5pPr>
              <a:tabLst>
                <a:tab pos="1966913" algn="l"/>
              </a:tabLst>
              <a:defRPr sz="2400">
                <a:solidFill>
                  <a:schemeClr val="tx1"/>
                </a:solidFill>
                <a:latin typeface="Times New Roman" pitchFamily="18" charset="0"/>
              </a:defRPr>
            </a:lvl5pPr>
            <a:lvl6pPr eaLnBrk="0" fontAlgn="base" hangingPunct="0">
              <a:spcBef>
                <a:spcPct val="0"/>
              </a:spcBef>
              <a:spcAft>
                <a:spcPct val="0"/>
              </a:spcAft>
              <a:tabLst>
                <a:tab pos="1966913" algn="l"/>
              </a:tabLst>
              <a:defRPr sz="2400">
                <a:solidFill>
                  <a:schemeClr val="tx1"/>
                </a:solidFill>
                <a:latin typeface="Times New Roman" pitchFamily="18" charset="0"/>
              </a:defRPr>
            </a:lvl6pPr>
            <a:lvl7pPr eaLnBrk="0" fontAlgn="base" hangingPunct="0">
              <a:spcBef>
                <a:spcPct val="0"/>
              </a:spcBef>
              <a:spcAft>
                <a:spcPct val="0"/>
              </a:spcAft>
              <a:tabLst>
                <a:tab pos="1966913" algn="l"/>
              </a:tabLst>
              <a:defRPr sz="2400">
                <a:solidFill>
                  <a:schemeClr val="tx1"/>
                </a:solidFill>
                <a:latin typeface="Times New Roman" pitchFamily="18" charset="0"/>
              </a:defRPr>
            </a:lvl7pPr>
            <a:lvl8pPr eaLnBrk="0" fontAlgn="base" hangingPunct="0">
              <a:spcBef>
                <a:spcPct val="0"/>
              </a:spcBef>
              <a:spcAft>
                <a:spcPct val="0"/>
              </a:spcAft>
              <a:tabLst>
                <a:tab pos="1966913" algn="l"/>
              </a:tabLst>
              <a:defRPr sz="2400">
                <a:solidFill>
                  <a:schemeClr val="tx1"/>
                </a:solidFill>
                <a:latin typeface="Times New Roman" pitchFamily="18" charset="0"/>
              </a:defRPr>
            </a:lvl8pPr>
            <a:lvl9pPr eaLnBrk="0" fontAlgn="base" hangingPunct="0">
              <a:spcBef>
                <a:spcPct val="0"/>
              </a:spcBef>
              <a:spcAft>
                <a:spcPct val="0"/>
              </a:spcAft>
              <a:tabLst>
                <a:tab pos="1966913" algn="l"/>
              </a:tabLst>
              <a:defRPr sz="2400">
                <a:solidFill>
                  <a:schemeClr val="tx1"/>
                </a:solidFill>
                <a:latin typeface="Times New Roman" pitchFamily="18" charset="0"/>
              </a:defRPr>
            </a:lvl9pPr>
          </a:lstStyle>
          <a:p>
            <a:pPr algn="l" defTabSz="914174">
              <a:spcBef>
                <a:spcPts val="0"/>
              </a:spcBef>
              <a:spcAft>
                <a:spcPts val="200"/>
              </a:spcAft>
              <a:buFontTx/>
              <a:buChar char="•"/>
              <a:tabLst/>
            </a:pPr>
            <a:r>
              <a:rPr lang="en-US" altLang="en-US" sz="1300" dirty="0">
                <a:solidFill>
                  <a:prstClr val="black"/>
                </a:solidFill>
                <a:latin typeface="+mj-lt"/>
              </a:rPr>
              <a:t>Basic Cooking</a:t>
            </a:r>
          </a:p>
          <a:p>
            <a:pPr algn="l" defTabSz="914174">
              <a:spcBef>
                <a:spcPts val="0"/>
              </a:spcBef>
              <a:spcAft>
                <a:spcPts val="200"/>
              </a:spcAft>
              <a:buFontTx/>
              <a:buChar char="•"/>
              <a:tabLst/>
            </a:pPr>
            <a:r>
              <a:rPr lang="en-US" altLang="en-US" sz="1300" dirty="0">
                <a:solidFill>
                  <a:prstClr val="black"/>
                </a:solidFill>
                <a:latin typeface="+mj-lt"/>
              </a:rPr>
              <a:t>Branded</a:t>
            </a:r>
          </a:p>
          <a:p>
            <a:pPr algn="l" defTabSz="914174">
              <a:spcBef>
                <a:spcPts val="0"/>
              </a:spcBef>
              <a:spcAft>
                <a:spcPts val="200"/>
              </a:spcAft>
              <a:buFontTx/>
              <a:buChar char="•"/>
              <a:tabLst/>
            </a:pPr>
            <a:r>
              <a:rPr lang="en-US" altLang="en-US" sz="1300" dirty="0">
                <a:solidFill>
                  <a:prstClr val="black"/>
                </a:solidFill>
                <a:latin typeface="+mj-lt"/>
              </a:rPr>
              <a:t>Chinese</a:t>
            </a:r>
          </a:p>
          <a:p>
            <a:pPr algn="l" defTabSz="914174">
              <a:spcBef>
                <a:spcPts val="0"/>
              </a:spcBef>
              <a:spcAft>
                <a:spcPts val="200"/>
              </a:spcAft>
              <a:buFontTx/>
              <a:buChar char="•"/>
              <a:tabLst/>
            </a:pPr>
            <a:r>
              <a:rPr lang="en-US" altLang="en-US" sz="1300" dirty="0">
                <a:solidFill>
                  <a:prstClr val="black"/>
                </a:solidFill>
                <a:latin typeface="+mj-lt"/>
              </a:rPr>
              <a:t>Collection items</a:t>
            </a:r>
          </a:p>
          <a:p>
            <a:pPr algn="l" defTabSz="914174">
              <a:spcBef>
                <a:spcPts val="0"/>
              </a:spcBef>
              <a:spcAft>
                <a:spcPts val="200"/>
              </a:spcAft>
              <a:buFontTx/>
              <a:buChar char="•"/>
              <a:tabLst/>
            </a:pPr>
            <a:r>
              <a:rPr lang="en-US" altLang="en-US" sz="1300" dirty="0">
                <a:solidFill>
                  <a:prstClr val="black"/>
                </a:solidFill>
                <a:latin typeface="+mj-lt"/>
              </a:rPr>
              <a:t>Conventional</a:t>
            </a:r>
          </a:p>
          <a:p>
            <a:pPr algn="l" defTabSz="914174">
              <a:spcBef>
                <a:spcPts val="0"/>
              </a:spcBef>
              <a:spcAft>
                <a:spcPts val="200"/>
              </a:spcAft>
              <a:buFontTx/>
              <a:buChar char="•"/>
              <a:tabLst/>
            </a:pPr>
            <a:r>
              <a:rPr lang="en-US" altLang="en-US" sz="1300" dirty="0">
                <a:solidFill>
                  <a:prstClr val="black"/>
                </a:solidFill>
                <a:latin typeface="+mj-lt"/>
              </a:rPr>
              <a:t>Experimental</a:t>
            </a:r>
          </a:p>
          <a:p>
            <a:pPr algn="l" defTabSz="914174">
              <a:spcBef>
                <a:spcPts val="0"/>
              </a:spcBef>
              <a:spcAft>
                <a:spcPts val="200"/>
              </a:spcAft>
              <a:buFontTx/>
              <a:buChar char="•"/>
              <a:tabLst/>
            </a:pPr>
            <a:r>
              <a:rPr lang="en-US" altLang="en-US" sz="1300" dirty="0">
                <a:solidFill>
                  <a:prstClr val="black"/>
                </a:solidFill>
                <a:latin typeface="+mj-lt"/>
              </a:rPr>
              <a:t>Exotic</a:t>
            </a:r>
          </a:p>
          <a:p>
            <a:pPr algn="l" defTabSz="914174">
              <a:spcBef>
                <a:spcPts val="0"/>
              </a:spcBef>
              <a:spcAft>
                <a:spcPts val="200"/>
              </a:spcAft>
              <a:buFontTx/>
              <a:buChar char="•"/>
              <a:tabLst/>
            </a:pPr>
            <a:r>
              <a:rPr lang="en-US" altLang="en-US" sz="1300" dirty="0">
                <a:solidFill>
                  <a:prstClr val="black"/>
                </a:solidFill>
                <a:latin typeface="+mj-lt"/>
              </a:rPr>
              <a:t>Fresh</a:t>
            </a:r>
          </a:p>
          <a:p>
            <a:pPr algn="l" defTabSz="914174">
              <a:spcBef>
                <a:spcPts val="0"/>
              </a:spcBef>
              <a:spcAft>
                <a:spcPts val="200"/>
              </a:spcAft>
              <a:buFontTx/>
              <a:buChar char="•"/>
              <a:tabLst/>
            </a:pPr>
            <a:r>
              <a:rPr lang="en-US" altLang="en-US" sz="1300" dirty="0">
                <a:solidFill>
                  <a:prstClr val="black"/>
                </a:solidFill>
                <a:latin typeface="+mj-lt"/>
              </a:rPr>
              <a:t>Halal</a:t>
            </a:r>
          </a:p>
          <a:p>
            <a:pPr algn="l" defTabSz="914174">
              <a:spcBef>
                <a:spcPts val="0"/>
              </a:spcBef>
              <a:spcAft>
                <a:spcPts val="200"/>
              </a:spcAft>
              <a:buFontTx/>
              <a:buChar char="•"/>
              <a:tabLst/>
            </a:pPr>
            <a:r>
              <a:rPr lang="en-US" altLang="en-US" sz="1300" dirty="0">
                <a:solidFill>
                  <a:prstClr val="black"/>
                </a:solidFill>
                <a:latin typeface="+mj-lt"/>
              </a:rPr>
              <a:t>Healthy</a:t>
            </a:r>
          </a:p>
          <a:p>
            <a:pPr algn="l" defTabSz="914174">
              <a:spcBef>
                <a:spcPts val="0"/>
              </a:spcBef>
              <a:spcAft>
                <a:spcPts val="200"/>
              </a:spcAft>
              <a:buFontTx/>
              <a:buChar char="•"/>
              <a:tabLst/>
            </a:pPr>
            <a:r>
              <a:rPr lang="en-US" altLang="en-US" sz="1300" dirty="0">
                <a:solidFill>
                  <a:prstClr val="black"/>
                </a:solidFill>
                <a:latin typeface="+mj-lt"/>
              </a:rPr>
              <a:t>High Calorie </a:t>
            </a:r>
          </a:p>
          <a:p>
            <a:pPr algn="l" defTabSz="914174">
              <a:spcBef>
                <a:spcPts val="0"/>
              </a:spcBef>
              <a:spcAft>
                <a:spcPts val="200"/>
              </a:spcAft>
              <a:buFontTx/>
              <a:buChar char="•"/>
              <a:tabLst/>
            </a:pPr>
            <a:r>
              <a:rPr lang="en-US" altLang="en-US" sz="1300" dirty="0">
                <a:solidFill>
                  <a:prstClr val="black"/>
                </a:solidFill>
                <a:latin typeface="+mj-lt"/>
              </a:rPr>
              <a:t>High price</a:t>
            </a:r>
          </a:p>
          <a:p>
            <a:pPr algn="l" defTabSz="914174">
              <a:spcBef>
                <a:spcPts val="0"/>
              </a:spcBef>
              <a:spcAft>
                <a:spcPts val="200"/>
              </a:spcAft>
              <a:buFontTx/>
              <a:buChar char="•"/>
              <a:tabLst/>
            </a:pPr>
            <a:r>
              <a:rPr lang="en-US" altLang="en-US" sz="1300" dirty="0">
                <a:solidFill>
                  <a:prstClr val="black"/>
                </a:solidFill>
                <a:latin typeface="+mj-lt"/>
              </a:rPr>
              <a:t>Hygiene</a:t>
            </a:r>
          </a:p>
          <a:p>
            <a:pPr algn="l" defTabSz="914174">
              <a:spcBef>
                <a:spcPts val="0"/>
              </a:spcBef>
              <a:spcAft>
                <a:spcPts val="200"/>
              </a:spcAft>
              <a:buFontTx/>
              <a:buChar char="•"/>
              <a:tabLst/>
            </a:pPr>
            <a:r>
              <a:rPr lang="en-US" altLang="en-US" sz="1300" dirty="0">
                <a:solidFill>
                  <a:prstClr val="black"/>
                </a:solidFill>
                <a:latin typeface="+mj-lt"/>
              </a:rPr>
              <a:t>Imported</a:t>
            </a:r>
          </a:p>
          <a:p>
            <a:pPr algn="l" defTabSz="914174">
              <a:spcBef>
                <a:spcPts val="0"/>
              </a:spcBef>
              <a:spcAft>
                <a:spcPts val="200"/>
              </a:spcAft>
              <a:buFontTx/>
              <a:buChar char="•"/>
              <a:tabLst/>
            </a:pPr>
            <a:r>
              <a:rPr lang="en-US" altLang="en-US" sz="1300" dirty="0">
                <a:solidFill>
                  <a:prstClr val="black"/>
                </a:solidFill>
                <a:latin typeface="+mj-lt"/>
              </a:rPr>
              <a:t>Instant</a:t>
            </a:r>
          </a:p>
        </p:txBody>
      </p:sp>
      <p:sp>
        <p:nvSpPr>
          <p:cNvPr id="22" name="Text Box 14"/>
          <p:cNvSpPr txBox="1">
            <a:spLocks noChangeArrowheads="1"/>
          </p:cNvSpPr>
          <p:nvPr/>
        </p:nvSpPr>
        <p:spPr bwMode="auto">
          <a:xfrm>
            <a:off x="3208704" y="2574387"/>
            <a:ext cx="2722689" cy="3722772"/>
          </a:xfrm>
          <a:prstGeom prst="round2DiagRect">
            <a:avLst>
              <a:gd name="adj1" fmla="val 12657"/>
              <a:gd name="adj2" fmla="val 0"/>
            </a:avLst>
          </a:prstGeom>
          <a:solidFill>
            <a:schemeClr val="accent5">
              <a:lumMod val="20000"/>
              <a:lumOff val="80000"/>
            </a:schemeClr>
          </a:solidFill>
          <a:ln>
            <a:solidFill>
              <a:schemeClr val="accent5"/>
            </a:solidFill>
          </a:ln>
          <a:effectLst/>
        </p:spPr>
        <p:txBody>
          <a:bodyPr lIns="91417" tIns="27432" rIns="91417" bIns="27432">
            <a:noAutofit/>
          </a:bodyPr>
          <a:lstStyle>
            <a:lvl1pPr marL="190500" indent="-190500">
              <a:tabLst>
                <a:tab pos="1966913" algn="l"/>
              </a:tabLst>
              <a:defRPr sz="2400">
                <a:solidFill>
                  <a:schemeClr val="tx1"/>
                </a:solidFill>
                <a:latin typeface="Times New Roman" pitchFamily="18" charset="0"/>
              </a:defRPr>
            </a:lvl1pPr>
            <a:lvl2pPr marL="665163" indent="-207963">
              <a:tabLst>
                <a:tab pos="1966913" algn="l"/>
              </a:tabLst>
              <a:defRPr sz="2400">
                <a:solidFill>
                  <a:schemeClr val="tx1"/>
                </a:solidFill>
                <a:latin typeface="Times New Roman" pitchFamily="18" charset="0"/>
              </a:defRPr>
            </a:lvl2pPr>
            <a:lvl3pPr marL="1081088" indent="-166688">
              <a:tabLst>
                <a:tab pos="1966913" algn="l"/>
              </a:tabLst>
              <a:defRPr sz="2400">
                <a:solidFill>
                  <a:schemeClr val="tx1"/>
                </a:solidFill>
                <a:latin typeface="Times New Roman" pitchFamily="18" charset="0"/>
              </a:defRPr>
            </a:lvl3pPr>
            <a:lvl4pPr>
              <a:tabLst>
                <a:tab pos="1966913" algn="l"/>
              </a:tabLst>
              <a:defRPr sz="2400">
                <a:solidFill>
                  <a:schemeClr val="tx1"/>
                </a:solidFill>
                <a:latin typeface="Times New Roman" pitchFamily="18" charset="0"/>
              </a:defRPr>
            </a:lvl4pPr>
            <a:lvl5pPr>
              <a:tabLst>
                <a:tab pos="1966913" algn="l"/>
              </a:tabLst>
              <a:defRPr sz="2400">
                <a:solidFill>
                  <a:schemeClr val="tx1"/>
                </a:solidFill>
                <a:latin typeface="Times New Roman" pitchFamily="18" charset="0"/>
              </a:defRPr>
            </a:lvl5pPr>
            <a:lvl6pPr eaLnBrk="0" fontAlgn="base" hangingPunct="0">
              <a:spcBef>
                <a:spcPct val="0"/>
              </a:spcBef>
              <a:spcAft>
                <a:spcPct val="0"/>
              </a:spcAft>
              <a:tabLst>
                <a:tab pos="1966913" algn="l"/>
              </a:tabLst>
              <a:defRPr sz="2400">
                <a:solidFill>
                  <a:schemeClr val="tx1"/>
                </a:solidFill>
                <a:latin typeface="Times New Roman" pitchFamily="18" charset="0"/>
              </a:defRPr>
            </a:lvl6pPr>
            <a:lvl7pPr eaLnBrk="0" fontAlgn="base" hangingPunct="0">
              <a:spcBef>
                <a:spcPct val="0"/>
              </a:spcBef>
              <a:spcAft>
                <a:spcPct val="0"/>
              </a:spcAft>
              <a:tabLst>
                <a:tab pos="1966913" algn="l"/>
              </a:tabLst>
              <a:defRPr sz="2400">
                <a:solidFill>
                  <a:schemeClr val="tx1"/>
                </a:solidFill>
                <a:latin typeface="Times New Roman" pitchFamily="18" charset="0"/>
              </a:defRPr>
            </a:lvl7pPr>
            <a:lvl8pPr eaLnBrk="0" fontAlgn="base" hangingPunct="0">
              <a:spcBef>
                <a:spcPct val="0"/>
              </a:spcBef>
              <a:spcAft>
                <a:spcPct val="0"/>
              </a:spcAft>
              <a:tabLst>
                <a:tab pos="1966913" algn="l"/>
              </a:tabLst>
              <a:defRPr sz="2400">
                <a:solidFill>
                  <a:schemeClr val="tx1"/>
                </a:solidFill>
                <a:latin typeface="Times New Roman" pitchFamily="18" charset="0"/>
              </a:defRPr>
            </a:lvl8pPr>
            <a:lvl9pPr eaLnBrk="0" fontAlgn="base" hangingPunct="0">
              <a:spcBef>
                <a:spcPct val="0"/>
              </a:spcBef>
              <a:spcAft>
                <a:spcPct val="0"/>
              </a:spcAft>
              <a:tabLst>
                <a:tab pos="1966913" algn="l"/>
              </a:tabLst>
              <a:defRPr sz="2400">
                <a:solidFill>
                  <a:schemeClr val="tx1"/>
                </a:solidFill>
                <a:latin typeface="Times New Roman" pitchFamily="18" charset="0"/>
              </a:defRPr>
            </a:lvl9pPr>
          </a:lstStyle>
          <a:p>
            <a:pPr algn="l" defTabSz="914174">
              <a:spcBef>
                <a:spcPts val="0"/>
              </a:spcBef>
              <a:spcAft>
                <a:spcPts val="200"/>
              </a:spcAft>
              <a:buFontTx/>
              <a:buChar char="•"/>
              <a:tabLst/>
            </a:pPr>
            <a:r>
              <a:rPr lang="en-US" altLang="en-US" sz="1300" dirty="0">
                <a:solidFill>
                  <a:prstClr val="black"/>
                </a:solidFill>
                <a:latin typeface="+mj-lt"/>
              </a:rPr>
              <a:t>Italian</a:t>
            </a:r>
          </a:p>
          <a:p>
            <a:pPr algn="l" defTabSz="914174">
              <a:spcBef>
                <a:spcPts val="0"/>
              </a:spcBef>
              <a:spcAft>
                <a:spcPts val="200"/>
              </a:spcAft>
              <a:buFontTx/>
              <a:buChar char="•"/>
              <a:tabLst/>
            </a:pPr>
            <a:r>
              <a:rPr lang="en-US" altLang="en-US" sz="1300" dirty="0">
                <a:solidFill>
                  <a:prstClr val="black"/>
                </a:solidFill>
                <a:latin typeface="+mj-lt"/>
              </a:rPr>
              <a:t>Jain</a:t>
            </a:r>
          </a:p>
          <a:p>
            <a:pPr algn="l" defTabSz="914174">
              <a:spcBef>
                <a:spcPts val="0"/>
              </a:spcBef>
              <a:spcAft>
                <a:spcPts val="200"/>
              </a:spcAft>
              <a:buFontTx/>
              <a:buChar char="•"/>
              <a:tabLst/>
            </a:pPr>
            <a:r>
              <a:rPr lang="en-US" altLang="en-US" sz="1300" dirty="0">
                <a:solidFill>
                  <a:prstClr val="black"/>
                </a:solidFill>
                <a:latin typeface="+mj-lt"/>
              </a:rPr>
              <a:t>Kids</a:t>
            </a:r>
          </a:p>
          <a:p>
            <a:pPr algn="l" defTabSz="914174">
              <a:spcBef>
                <a:spcPts val="0"/>
              </a:spcBef>
              <a:spcAft>
                <a:spcPts val="200"/>
              </a:spcAft>
              <a:buFontTx/>
              <a:buChar char="•"/>
              <a:tabLst/>
            </a:pPr>
            <a:r>
              <a:rPr lang="en-US" altLang="en-US" sz="1300" dirty="0">
                <a:solidFill>
                  <a:prstClr val="black"/>
                </a:solidFill>
                <a:latin typeface="+mj-lt"/>
              </a:rPr>
              <a:t>Long-life</a:t>
            </a:r>
          </a:p>
          <a:p>
            <a:pPr algn="l" defTabSz="914174">
              <a:spcBef>
                <a:spcPts val="0"/>
              </a:spcBef>
              <a:spcAft>
                <a:spcPts val="200"/>
              </a:spcAft>
              <a:buFontTx/>
              <a:buChar char="•"/>
              <a:tabLst/>
            </a:pPr>
            <a:r>
              <a:rPr lang="en-US" altLang="en-US" sz="1300" dirty="0">
                <a:solidFill>
                  <a:prstClr val="black"/>
                </a:solidFill>
                <a:latin typeface="+mj-lt"/>
              </a:rPr>
              <a:t>Low Fat</a:t>
            </a:r>
          </a:p>
          <a:p>
            <a:pPr algn="l" defTabSz="914174">
              <a:spcBef>
                <a:spcPts val="0"/>
              </a:spcBef>
              <a:spcAft>
                <a:spcPts val="200"/>
              </a:spcAft>
              <a:buFontTx/>
              <a:buChar char="•"/>
              <a:tabLst/>
            </a:pPr>
            <a:r>
              <a:rPr lang="en-US" altLang="en-US" sz="1300" dirty="0">
                <a:solidFill>
                  <a:prstClr val="black"/>
                </a:solidFill>
                <a:latin typeface="+mj-lt"/>
              </a:rPr>
              <a:t>Low price</a:t>
            </a:r>
          </a:p>
          <a:p>
            <a:pPr algn="l" defTabSz="914174">
              <a:spcBef>
                <a:spcPts val="0"/>
              </a:spcBef>
              <a:spcAft>
                <a:spcPts val="200"/>
              </a:spcAft>
              <a:buFontTx/>
              <a:buChar char="•"/>
              <a:tabLst/>
            </a:pPr>
            <a:r>
              <a:rPr lang="en-US" altLang="en-US" sz="1300" dirty="0">
                <a:solidFill>
                  <a:prstClr val="black"/>
                </a:solidFill>
                <a:latin typeface="+mj-lt"/>
              </a:rPr>
              <a:t>Non food - All</a:t>
            </a:r>
          </a:p>
          <a:p>
            <a:pPr algn="l" defTabSz="914174">
              <a:spcBef>
                <a:spcPts val="0"/>
              </a:spcBef>
              <a:spcAft>
                <a:spcPts val="200"/>
              </a:spcAft>
              <a:buFontTx/>
              <a:buChar char="•"/>
              <a:tabLst/>
            </a:pPr>
            <a:r>
              <a:rPr lang="en-US" altLang="en-US" sz="1300" dirty="0">
                <a:solidFill>
                  <a:prstClr val="black"/>
                </a:solidFill>
                <a:latin typeface="+mj-lt"/>
              </a:rPr>
              <a:t>Non food - Essentials	</a:t>
            </a:r>
          </a:p>
          <a:p>
            <a:pPr algn="l" defTabSz="914174">
              <a:spcBef>
                <a:spcPts val="0"/>
              </a:spcBef>
              <a:spcAft>
                <a:spcPts val="200"/>
              </a:spcAft>
              <a:buFontTx/>
              <a:buChar char="•"/>
              <a:tabLst/>
            </a:pPr>
            <a:r>
              <a:rPr lang="en-US" altLang="en-US" sz="1300" dirty="0">
                <a:solidFill>
                  <a:prstClr val="black"/>
                </a:solidFill>
                <a:latin typeface="+mj-lt"/>
              </a:rPr>
              <a:t>Non food - Kids</a:t>
            </a:r>
          </a:p>
          <a:p>
            <a:pPr algn="l" defTabSz="914174">
              <a:spcBef>
                <a:spcPts val="0"/>
              </a:spcBef>
              <a:spcAft>
                <a:spcPts val="200"/>
              </a:spcAft>
              <a:buFontTx/>
              <a:buChar char="•"/>
              <a:tabLst/>
            </a:pPr>
            <a:r>
              <a:rPr lang="en-US" altLang="en-US" sz="1300" dirty="0">
                <a:solidFill>
                  <a:prstClr val="black"/>
                </a:solidFill>
                <a:latin typeface="+mj-lt"/>
              </a:rPr>
              <a:t>Non food - Perishables</a:t>
            </a:r>
          </a:p>
          <a:p>
            <a:pPr algn="l" defTabSz="914174">
              <a:spcBef>
                <a:spcPts val="0"/>
              </a:spcBef>
              <a:spcAft>
                <a:spcPts val="200"/>
              </a:spcAft>
              <a:buFontTx/>
              <a:buChar char="•"/>
              <a:tabLst/>
            </a:pPr>
            <a:r>
              <a:rPr lang="en-US" altLang="en-US" sz="1300" dirty="0">
                <a:solidFill>
                  <a:prstClr val="black"/>
                </a:solidFill>
                <a:latin typeface="+mj-lt"/>
              </a:rPr>
              <a:t>Non food - Value added</a:t>
            </a:r>
          </a:p>
          <a:p>
            <a:pPr algn="l" defTabSz="914174">
              <a:spcBef>
                <a:spcPts val="0"/>
              </a:spcBef>
              <a:spcAft>
                <a:spcPts val="200"/>
              </a:spcAft>
              <a:buFontTx/>
              <a:buChar char="•"/>
              <a:tabLst/>
            </a:pPr>
            <a:r>
              <a:rPr lang="en-US" altLang="en-US" sz="1300" dirty="0">
                <a:solidFill>
                  <a:prstClr val="black"/>
                </a:solidFill>
                <a:latin typeface="+mj-lt"/>
              </a:rPr>
              <a:t>Organic</a:t>
            </a:r>
          </a:p>
          <a:p>
            <a:pPr algn="l" defTabSz="914174">
              <a:spcBef>
                <a:spcPts val="0"/>
              </a:spcBef>
              <a:spcAft>
                <a:spcPts val="200"/>
              </a:spcAft>
              <a:buFontTx/>
              <a:buChar char="•"/>
              <a:tabLst/>
            </a:pPr>
            <a:r>
              <a:rPr lang="en-US" altLang="en-US" sz="1300" dirty="0">
                <a:solidFill>
                  <a:prstClr val="black"/>
                </a:solidFill>
                <a:latin typeface="+mj-lt"/>
              </a:rPr>
              <a:t>Pre packed</a:t>
            </a:r>
          </a:p>
          <a:p>
            <a:pPr algn="l" defTabSz="914174">
              <a:spcBef>
                <a:spcPts val="0"/>
              </a:spcBef>
              <a:spcAft>
                <a:spcPts val="200"/>
              </a:spcAft>
              <a:buFontTx/>
              <a:buChar char="•"/>
              <a:tabLst/>
            </a:pPr>
            <a:r>
              <a:rPr lang="en-US" altLang="en-US" sz="1300" dirty="0">
                <a:solidFill>
                  <a:prstClr val="black"/>
                </a:solidFill>
                <a:latin typeface="+mj-lt"/>
              </a:rPr>
              <a:t>Ready to Eat</a:t>
            </a:r>
          </a:p>
        </p:txBody>
      </p:sp>
      <p:sp>
        <p:nvSpPr>
          <p:cNvPr id="23" name="Text Box 15"/>
          <p:cNvSpPr txBox="1">
            <a:spLocks noChangeArrowheads="1"/>
          </p:cNvSpPr>
          <p:nvPr/>
        </p:nvSpPr>
        <p:spPr bwMode="auto">
          <a:xfrm>
            <a:off x="6055460" y="2574387"/>
            <a:ext cx="2725003" cy="3722773"/>
          </a:xfrm>
          <a:prstGeom prst="round2DiagRect">
            <a:avLst>
              <a:gd name="adj1" fmla="val 13662"/>
              <a:gd name="adj2" fmla="val 0"/>
            </a:avLst>
          </a:prstGeom>
          <a:solidFill>
            <a:schemeClr val="accent6">
              <a:lumMod val="20000"/>
              <a:lumOff val="80000"/>
            </a:schemeClr>
          </a:solidFill>
          <a:ln>
            <a:solidFill>
              <a:schemeClr val="accent6"/>
            </a:solidFill>
          </a:ln>
          <a:effectLst/>
        </p:spPr>
        <p:txBody>
          <a:bodyPr lIns="91417" tIns="27432" rIns="91417" bIns="27432">
            <a:noAutofit/>
          </a:bodyPr>
          <a:lstStyle>
            <a:lvl1pPr marL="190500" indent="-190500">
              <a:tabLst>
                <a:tab pos="1966913" algn="l"/>
              </a:tabLst>
              <a:defRPr sz="2400">
                <a:solidFill>
                  <a:schemeClr val="tx1"/>
                </a:solidFill>
                <a:latin typeface="Times New Roman" pitchFamily="18" charset="0"/>
              </a:defRPr>
            </a:lvl1pPr>
            <a:lvl2pPr marL="665163" indent="-207963">
              <a:tabLst>
                <a:tab pos="1966913" algn="l"/>
              </a:tabLst>
              <a:defRPr sz="2400">
                <a:solidFill>
                  <a:schemeClr val="tx1"/>
                </a:solidFill>
                <a:latin typeface="Times New Roman" pitchFamily="18" charset="0"/>
              </a:defRPr>
            </a:lvl2pPr>
            <a:lvl3pPr marL="1081088" indent="-166688">
              <a:tabLst>
                <a:tab pos="1966913" algn="l"/>
              </a:tabLst>
              <a:defRPr sz="2400">
                <a:solidFill>
                  <a:schemeClr val="tx1"/>
                </a:solidFill>
                <a:latin typeface="Times New Roman" pitchFamily="18" charset="0"/>
              </a:defRPr>
            </a:lvl3pPr>
            <a:lvl4pPr>
              <a:tabLst>
                <a:tab pos="1966913" algn="l"/>
              </a:tabLst>
              <a:defRPr sz="2400">
                <a:solidFill>
                  <a:schemeClr val="tx1"/>
                </a:solidFill>
                <a:latin typeface="Times New Roman" pitchFamily="18" charset="0"/>
              </a:defRPr>
            </a:lvl4pPr>
            <a:lvl5pPr>
              <a:tabLst>
                <a:tab pos="1966913" algn="l"/>
              </a:tabLst>
              <a:defRPr sz="2400">
                <a:solidFill>
                  <a:schemeClr val="tx1"/>
                </a:solidFill>
                <a:latin typeface="Times New Roman" pitchFamily="18" charset="0"/>
              </a:defRPr>
            </a:lvl5pPr>
            <a:lvl6pPr eaLnBrk="0" fontAlgn="base" hangingPunct="0">
              <a:spcBef>
                <a:spcPct val="0"/>
              </a:spcBef>
              <a:spcAft>
                <a:spcPct val="0"/>
              </a:spcAft>
              <a:tabLst>
                <a:tab pos="1966913" algn="l"/>
              </a:tabLst>
              <a:defRPr sz="2400">
                <a:solidFill>
                  <a:schemeClr val="tx1"/>
                </a:solidFill>
                <a:latin typeface="Times New Roman" pitchFamily="18" charset="0"/>
              </a:defRPr>
            </a:lvl6pPr>
            <a:lvl7pPr eaLnBrk="0" fontAlgn="base" hangingPunct="0">
              <a:spcBef>
                <a:spcPct val="0"/>
              </a:spcBef>
              <a:spcAft>
                <a:spcPct val="0"/>
              </a:spcAft>
              <a:tabLst>
                <a:tab pos="1966913" algn="l"/>
              </a:tabLst>
              <a:defRPr sz="2400">
                <a:solidFill>
                  <a:schemeClr val="tx1"/>
                </a:solidFill>
                <a:latin typeface="Times New Roman" pitchFamily="18" charset="0"/>
              </a:defRPr>
            </a:lvl7pPr>
            <a:lvl8pPr eaLnBrk="0" fontAlgn="base" hangingPunct="0">
              <a:spcBef>
                <a:spcPct val="0"/>
              </a:spcBef>
              <a:spcAft>
                <a:spcPct val="0"/>
              </a:spcAft>
              <a:tabLst>
                <a:tab pos="1966913" algn="l"/>
              </a:tabLst>
              <a:defRPr sz="2400">
                <a:solidFill>
                  <a:schemeClr val="tx1"/>
                </a:solidFill>
                <a:latin typeface="Times New Roman" pitchFamily="18" charset="0"/>
              </a:defRPr>
            </a:lvl8pPr>
            <a:lvl9pPr eaLnBrk="0" fontAlgn="base" hangingPunct="0">
              <a:spcBef>
                <a:spcPct val="0"/>
              </a:spcBef>
              <a:spcAft>
                <a:spcPct val="0"/>
              </a:spcAft>
              <a:tabLst>
                <a:tab pos="1966913" algn="l"/>
              </a:tabLst>
              <a:defRPr sz="2400">
                <a:solidFill>
                  <a:schemeClr val="tx1"/>
                </a:solidFill>
                <a:latin typeface="Times New Roman" pitchFamily="18" charset="0"/>
              </a:defRPr>
            </a:lvl9pPr>
          </a:lstStyle>
          <a:p>
            <a:pPr algn="l" defTabSz="914174">
              <a:spcBef>
                <a:spcPts val="0"/>
              </a:spcBef>
              <a:spcAft>
                <a:spcPts val="200"/>
              </a:spcAft>
              <a:buFontTx/>
              <a:buChar char="•"/>
              <a:tabLst/>
            </a:pPr>
            <a:r>
              <a:rPr lang="en-US" altLang="en-US" sz="1300" dirty="0">
                <a:solidFill>
                  <a:prstClr val="black"/>
                </a:solidFill>
                <a:latin typeface="+mj-lt"/>
              </a:rPr>
              <a:t>Reliance Dairy Life</a:t>
            </a:r>
          </a:p>
          <a:p>
            <a:pPr algn="l" defTabSz="914174">
              <a:spcBef>
                <a:spcPts val="0"/>
              </a:spcBef>
              <a:spcAft>
                <a:spcPts val="200"/>
              </a:spcAft>
              <a:buFontTx/>
              <a:buChar char="•"/>
              <a:tabLst/>
            </a:pPr>
            <a:r>
              <a:rPr lang="en-US" altLang="en-US" sz="1300" dirty="0">
                <a:solidFill>
                  <a:prstClr val="black"/>
                </a:solidFill>
                <a:latin typeface="+mj-lt"/>
              </a:rPr>
              <a:t>Reliance Dairy Pure</a:t>
            </a:r>
          </a:p>
          <a:p>
            <a:pPr algn="l" defTabSz="914174">
              <a:spcBef>
                <a:spcPts val="0"/>
              </a:spcBef>
              <a:spcAft>
                <a:spcPts val="200"/>
              </a:spcAft>
              <a:buFontTx/>
              <a:buChar char="•"/>
              <a:tabLst/>
            </a:pPr>
            <a:r>
              <a:rPr lang="en-US" altLang="en-US" sz="1300" dirty="0">
                <a:solidFill>
                  <a:prstClr val="black"/>
                </a:solidFill>
                <a:latin typeface="+mj-lt"/>
              </a:rPr>
              <a:t>Reliance Healthy Life</a:t>
            </a:r>
          </a:p>
          <a:p>
            <a:pPr algn="l" defTabSz="914174">
              <a:spcBef>
                <a:spcPts val="0"/>
              </a:spcBef>
              <a:spcAft>
                <a:spcPts val="200"/>
              </a:spcAft>
              <a:buFontTx/>
              <a:buChar char="•"/>
              <a:tabLst/>
            </a:pPr>
            <a:r>
              <a:rPr lang="en-GB" altLang="en-US" sz="1300" dirty="0">
                <a:solidFill>
                  <a:prstClr val="black"/>
                </a:solidFill>
                <a:latin typeface="+mj-lt"/>
              </a:rPr>
              <a:t>Reliance Premium</a:t>
            </a:r>
          </a:p>
          <a:p>
            <a:pPr algn="l" defTabSz="914174">
              <a:spcBef>
                <a:spcPts val="0"/>
              </a:spcBef>
              <a:spcAft>
                <a:spcPts val="200"/>
              </a:spcAft>
              <a:buFontTx/>
              <a:buChar char="•"/>
              <a:tabLst/>
            </a:pPr>
            <a:r>
              <a:rPr lang="en-GB" altLang="en-US" sz="1300" dirty="0">
                <a:solidFill>
                  <a:prstClr val="black"/>
                </a:solidFill>
                <a:latin typeface="+mj-lt"/>
              </a:rPr>
              <a:t>Reliance own label</a:t>
            </a:r>
          </a:p>
          <a:p>
            <a:pPr algn="l" defTabSz="914174">
              <a:spcBef>
                <a:spcPts val="0"/>
              </a:spcBef>
              <a:spcAft>
                <a:spcPts val="200"/>
              </a:spcAft>
              <a:buFontTx/>
              <a:buChar char="•"/>
              <a:tabLst/>
            </a:pPr>
            <a:r>
              <a:rPr lang="en-GB" altLang="en-US" sz="1300" dirty="0">
                <a:solidFill>
                  <a:prstClr val="black"/>
                </a:solidFill>
                <a:latin typeface="+mj-lt"/>
              </a:rPr>
              <a:t>Reliance Select</a:t>
            </a:r>
          </a:p>
          <a:p>
            <a:pPr algn="l" defTabSz="914174">
              <a:spcBef>
                <a:spcPts val="0"/>
              </a:spcBef>
              <a:spcAft>
                <a:spcPts val="200"/>
              </a:spcAft>
              <a:buFontTx/>
              <a:buChar char="•"/>
              <a:tabLst/>
            </a:pPr>
            <a:r>
              <a:rPr lang="en-GB" altLang="en-US" sz="1300" dirty="0">
                <a:solidFill>
                  <a:prstClr val="black"/>
                </a:solidFill>
                <a:latin typeface="+mj-lt"/>
              </a:rPr>
              <a:t>Reliance Value</a:t>
            </a:r>
          </a:p>
          <a:p>
            <a:pPr algn="l" defTabSz="914174">
              <a:spcBef>
                <a:spcPts val="0"/>
              </a:spcBef>
              <a:spcAft>
                <a:spcPts val="200"/>
              </a:spcAft>
              <a:buFontTx/>
              <a:buChar char="•"/>
              <a:tabLst/>
            </a:pPr>
            <a:r>
              <a:rPr lang="en-GB" altLang="en-US" sz="1300" dirty="0">
                <a:solidFill>
                  <a:prstClr val="black"/>
                </a:solidFill>
                <a:latin typeface="+mj-lt"/>
              </a:rPr>
              <a:t>Serve One</a:t>
            </a:r>
          </a:p>
          <a:p>
            <a:pPr algn="l" defTabSz="914174">
              <a:spcBef>
                <a:spcPts val="0"/>
              </a:spcBef>
              <a:spcAft>
                <a:spcPts val="200"/>
              </a:spcAft>
              <a:buFontTx/>
              <a:buChar char="•"/>
              <a:tabLst/>
            </a:pPr>
            <a:r>
              <a:rPr lang="en-GB" altLang="en-US" sz="1300" dirty="0">
                <a:solidFill>
                  <a:prstClr val="black"/>
                </a:solidFill>
                <a:latin typeface="+mj-lt"/>
              </a:rPr>
              <a:t>Small pack</a:t>
            </a:r>
          </a:p>
          <a:p>
            <a:pPr algn="l" defTabSz="914174">
              <a:spcBef>
                <a:spcPts val="0"/>
              </a:spcBef>
              <a:spcAft>
                <a:spcPts val="200"/>
              </a:spcAft>
              <a:buFontTx/>
              <a:buChar char="•"/>
              <a:tabLst/>
            </a:pPr>
            <a:r>
              <a:rPr lang="en-GB" altLang="en-US" sz="1300" dirty="0">
                <a:solidFill>
                  <a:prstClr val="black"/>
                </a:solidFill>
                <a:latin typeface="+mj-lt"/>
              </a:rPr>
              <a:t>South Indian</a:t>
            </a:r>
          </a:p>
          <a:p>
            <a:pPr algn="l" defTabSz="914174">
              <a:spcBef>
                <a:spcPts val="0"/>
              </a:spcBef>
              <a:spcAft>
                <a:spcPts val="200"/>
              </a:spcAft>
              <a:buFontTx/>
              <a:buChar char="•"/>
              <a:tabLst/>
            </a:pPr>
            <a:r>
              <a:rPr lang="en-GB" altLang="en-US" sz="1300" dirty="0">
                <a:solidFill>
                  <a:prstClr val="black"/>
                </a:solidFill>
                <a:latin typeface="+mj-lt"/>
              </a:rPr>
              <a:t>Supplements Alternative</a:t>
            </a:r>
          </a:p>
          <a:p>
            <a:pPr algn="l" defTabSz="914174">
              <a:spcBef>
                <a:spcPts val="0"/>
              </a:spcBef>
              <a:spcAft>
                <a:spcPts val="200"/>
              </a:spcAft>
              <a:buFontTx/>
              <a:buChar char="•"/>
              <a:tabLst/>
            </a:pPr>
            <a:r>
              <a:rPr lang="en-GB" altLang="en-US" sz="1300" dirty="0">
                <a:solidFill>
                  <a:prstClr val="black"/>
                </a:solidFill>
                <a:latin typeface="+mj-lt"/>
              </a:rPr>
              <a:t>Thai</a:t>
            </a:r>
          </a:p>
          <a:p>
            <a:pPr algn="l" defTabSz="914174">
              <a:spcBef>
                <a:spcPts val="0"/>
              </a:spcBef>
              <a:spcAft>
                <a:spcPts val="200"/>
              </a:spcAft>
              <a:buFontTx/>
              <a:buChar char="•"/>
              <a:tabLst/>
            </a:pPr>
            <a:r>
              <a:rPr lang="en-GB" altLang="en-US" sz="1300" dirty="0">
                <a:solidFill>
                  <a:prstClr val="black"/>
                </a:solidFill>
                <a:latin typeface="+mj-lt"/>
              </a:rPr>
              <a:t>Unpacked</a:t>
            </a:r>
          </a:p>
          <a:p>
            <a:pPr algn="l" defTabSz="914174">
              <a:spcBef>
                <a:spcPts val="0"/>
              </a:spcBef>
              <a:spcAft>
                <a:spcPts val="200"/>
              </a:spcAft>
              <a:buFontTx/>
              <a:buChar char="•"/>
              <a:tabLst/>
            </a:pPr>
            <a:r>
              <a:rPr lang="en-GB" altLang="en-US" sz="1300" dirty="0">
                <a:solidFill>
                  <a:prstClr val="black"/>
                </a:solidFill>
                <a:latin typeface="+mj-lt"/>
              </a:rPr>
              <a:t>Value pack</a:t>
            </a:r>
          </a:p>
          <a:p>
            <a:pPr algn="l" defTabSz="914174">
              <a:spcBef>
                <a:spcPts val="0"/>
              </a:spcBef>
              <a:spcAft>
                <a:spcPts val="200"/>
              </a:spcAft>
              <a:buFontTx/>
              <a:buChar char="•"/>
              <a:tabLst/>
            </a:pPr>
            <a:r>
              <a:rPr lang="en-GB" altLang="en-US" sz="1300" dirty="0">
                <a:solidFill>
                  <a:prstClr val="black"/>
                </a:solidFill>
                <a:latin typeface="+mj-lt"/>
              </a:rPr>
              <a:t>Vegetarian lenient</a:t>
            </a:r>
          </a:p>
          <a:p>
            <a:pPr algn="l" defTabSz="914174">
              <a:spcBef>
                <a:spcPts val="0"/>
              </a:spcBef>
              <a:spcAft>
                <a:spcPts val="200"/>
              </a:spcAft>
              <a:buFontTx/>
              <a:buChar char="•"/>
              <a:tabLst/>
            </a:pPr>
            <a:r>
              <a:rPr lang="en-GB" altLang="en-US" sz="1300" dirty="0">
                <a:solidFill>
                  <a:prstClr val="black"/>
                </a:solidFill>
                <a:latin typeface="+mj-lt"/>
              </a:rPr>
              <a:t>Vegetarian pure</a:t>
            </a:r>
          </a:p>
        </p:txBody>
      </p:sp>
    </p:spTree>
    <p:extLst>
      <p:ext uri="{BB962C8B-B14F-4D97-AF65-F5344CB8AC3E}">
        <p14:creationId xmlns:p14="http://schemas.microsoft.com/office/powerpoint/2010/main" val="2084251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1">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1">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1">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1">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1">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1">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1">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21">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21">
                                            <p:txEl>
                                              <p:pRg st="14" end="1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22">
                                            <p:txEl>
                                              <p:pRg st="0" end="0"/>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22">
                                            <p:txEl>
                                              <p:pRg st="1" end="1"/>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22">
                                            <p:txEl>
                                              <p:pRg st="2" end="2"/>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22">
                                            <p:txEl>
                                              <p:pRg st="3" end="3"/>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22">
                                            <p:txEl>
                                              <p:pRg st="4" end="4"/>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22">
                                            <p:txEl>
                                              <p:pRg st="5" end="5"/>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22">
                                            <p:txEl>
                                              <p:pRg st="6" end="6"/>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22">
                                            <p:txEl>
                                              <p:pRg st="7" end="7"/>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22">
                                            <p:txEl>
                                              <p:pRg st="8" end="8"/>
                                            </p:txEl>
                                          </p:spTgt>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22">
                                            <p:txEl>
                                              <p:pRg st="9" end="9"/>
                                            </p:txEl>
                                          </p:spTgt>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22">
                                            <p:txEl>
                                              <p:pRg st="10" end="10"/>
                                            </p:txEl>
                                          </p:spTgt>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22">
                                            <p:txEl>
                                              <p:pRg st="11" end="11"/>
                                            </p:txEl>
                                          </p:spTgt>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22">
                                            <p:txEl>
                                              <p:pRg st="12" end="12"/>
                                            </p:txEl>
                                          </p:spTgt>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22">
                                            <p:txEl>
                                              <p:pRg st="13" end="13"/>
                                            </p:txEl>
                                          </p:spTgt>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nodeType="clickEffect">
                                  <p:stCondLst>
                                    <p:cond delay="0"/>
                                  </p:stCondLst>
                                  <p:childTnLst>
                                    <p:set>
                                      <p:cBhvr>
                                        <p:cTn id="122" dur="1" fill="hold">
                                          <p:stCondLst>
                                            <p:cond delay="0"/>
                                          </p:stCondLst>
                                        </p:cTn>
                                        <p:tgtEl>
                                          <p:spTgt spid="23">
                                            <p:txEl>
                                              <p:pRg st="0" end="0"/>
                                            </p:txEl>
                                          </p:spTgt>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nodeType="clickEffect">
                                  <p:stCondLst>
                                    <p:cond delay="0"/>
                                  </p:stCondLst>
                                  <p:childTnLst>
                                    <p:set>
                                      <p:cBhvr>
                                        <p:cTn id="126" dur="1" fill="hold">
                                          <p:stCondLst>
                                            <p:cond delay="0"/>
                                          </p:stCondLst>
                                        </p:cTn>
                                        <p:tgtEl>
                                          <p:spTgt spid="23">
                                            <p:txEl>
                                              <p:pRg st="1" end="1"/>
                                            </p:txEl>
                                          </p:spTgt>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nodeType="clickEffect">
                                  <p:stCondLst>
                                    <p:cond delay="0"/>
                                  </p:stCondLst>
                                  <p:childTnLst>
                                    <p:set>
                                      <p:cBhvr>
                                        <p:cTn id="130" dur="1" fill="hold">
                                          <p:stCondLst>
                                            <p:cond delay="0"/>
                                          </p:stCondLst>
                                        </p:cTn>
                                        <p:tgtEl>
                                          <p:spTgt spid="23">
                                            <p:txEl>
                                              <p:pRg st="2" end="2"/>
                                            </p:txEl>
                                          </p:spTgt>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nodeType="clickEffect">
                                  <p:stCondLst>
                                    <p:cond delay="0"/>
                                  </p:stCondLst>
                                  <p:childTnLst>
                                    <p:set>
                                      <p:cBhvr>
                                        <p:cTn id="134" dur="1" fill="hold">
                                          <p:stCondLst>
                                            <p:cond delay="0"/>
                                          </p:stCondLst>
                                        </p:cTn>
                                        <p:tgtEl>
                                          <p:spTgt spid="23">
                                            <p:txEl>
                                              <p:pRg st="3" end="3"/>
                                            </p:txEl>
                                          </p:spTgt>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nodeType="clickEffect">
                                  <p:stCondLst>
                                    <p:cond delay="0"/>
                                  </p:stCondLst>
                                  <p:childTnLst>
                                    <p:set>
                                      <p:cBhvr>
                                        <p:cTn id="138" dur="1" fill="hold">
                                          <p:stCondLst>
                                            <p:cond delay="0"/>
                                          </p:stCondLst>
                                        </p:cTn>
                                        <p:tgtEl>
                                          <p:spTgt spid="23">
                                            <p:txEl>
                                              <p:pRg st="4" end="4"/>
                                            </p:txEl>
                                          </p:spTgt>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nodeType="clickEffect">
                                  <p:stCondLst>
                                    <p:cond delay="0"/>
                                  </p:stCondLst>
                                  <p:childTnLst>
                                    <p:set>
                                      <p:cBhvr>
                                        <p:cTn id="142" dur="1" fill="hold">
                                          <p:stCondLst>
                                            <p:cond delay="0"/>
                                          </p:stCondLst>
                                        </p:cTn>
                                        <p:tgtEl>
                                          <p:spTgt spid="23">
                                            <p:txEl>
                                              <p:pRg st="5" end="5"/>
                                            </p:txEl>
                                          </p:spTgt>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nodeType="clickEffect">
                                  <p:stCondLst>
                                    <p:cond delay="0"/>
                                  </p:stCondLst>
                                  <p:childTnLst>
                                    <p:set>
                                      <p:cBhvr>
                                        <p:cTn id="146" dur="1" fill="hold">
                                          <p:stCondLst>
                                            <p:cond delay="0"/>
                                          </p:stCondLst>
                                        </p:cTn>
                                        <p:tgtEl>
                                          <p:spTgt spid="23">
                                            <p:txEl>
                                              <p:pRg st="6" end="6"/>
                                            </p:txEl>
                                          </p:spTgt>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nodeType="clickEffect">
                                  <p:stCondLst>
                                    <p:cond delay="0"/>
                                  </p:stCondLst>
                                  <p:childTnLst>
                                    <p:set>
                                      <p:cBhvr>
                                        <p:cTn id="150" dur="1" fill="hold">
                                          <p:stCondLst>
                                            <p:cond delay="0"/>
                                          </p:stCondLst>
                                        </p:cTn>
                                        <p:tgtEl>
                                          <p:spTgt spid="23">
                                            <p:txEl>
                                              <p:pRg st="7" end="7"/>
                                            </p:txEl>
                                          </p:spTgt>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nodeType="clickEffect">
                                  <p:stCondLst>
                                    <p:cond delay="0"/>
                                  </p:stCondLst>
                                  <p:childTnLst>
                                    <p:set>
                                      <p:cBhvr>
                                        <p:cTn id="154" dur="1" fill="hold">
                                          <p:stCondLst>
                                            <p:cond delay="0"/>
                                          </p:stCondLst>
                                        </p:cTn>
                                        <p:tgtEl>
                                          <p:spTgt spid="23">
                                            <p:txEl>
                                              <p:pRg st="8" end="8"/>
                                            </p:txEl>
                                          </p:spTgt>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nodeType="clickEffect">
                                  <p:stCondLst>
                                    <p:cond delay="0"/>
                                  </p:stCondLst>
                                  <p:childTnLst>
                                    <p:set>
                                      <p:cBhvr>
                                        <p:cTn id="158" dur="1" fill="hold">
                                          <p:stCondLst>
                                            <p:cond delay="0"/>
                                          </p:stCondLst>
                                        </p:cTn>
                                        <p:tgtEl>
                                          <p:spTgt spid="23">
                                            <p:txEl>
                                              <p:pRg st="9" end="9"/>
                                            </p:txEl>
                                          </p:spTgt>
                                        </p:tgtEl>
                                        <p:attrNameLst>
                                          <p:attrName>style.visibility</p:attrName>
                                        </p:attrNameLst>
                                      </p:cBhvr>
                                      <p:to>
                                        <p:strVal val="visible"/>
                                      </p:to>
                                    </p:set>
                                  </p:childTnLst>
                                </p:cTn>
                              </p:par>
                            </p:childTnLst>
                          </p:cTn>
                        </p:par>
                      </p:childTnLst>
                    </p:cTn>
                  </p:par>
                  <p:par>
                    <p:cTn id="159" fill="hold">
                      <p:stCondLst>
                        <p:cond delay="indefinite"/>
                      </p:stCondLst>
                      <p:childTnLst>
                        <p:par>
                          <p:cTn id="160" fill="hold">
                            <p:stCondLst>
                              <p:cond delay="0"/>
                            </p:stCondLst>
                            <p:childTnLst>
                              <p:par>
                                <p:cTn id="161" presetID="1" presetClass="entr" presetSubtype="0" fill="hold" nodeType="clickEffect">
                                  <p:stCondLst>
                                    <p:cond delay="0"/>
                                  </p:stCondLst>
                                  <p:childTnLst>
                                    <p:set>
                                      <p:cBhvr>
                                        <p:cTn id="162" dur="1" fill="hold">
                                          <p:stCondLst>
                                            <p:cond delay="0"/>
                                          </p:stCondLst>
                                        </p:cTn>
                                        <p:tgtEl>
                                          <p:spTgt spid="23">
                                            <p:txEl>
                                              <p:pRg st="10" end="10"/>
                                            </p:txEl>
                                          </p:spTgt>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presetID="1" presetClass="entr" presetSubtype="0" fill="hold" nodeType="clickEffect">
                                  <p:stCondLst>
                                    <p:cond delay="0"/>
                                  </p:stCondLst>
                                  <p:childTnLst>
                                    <p:set>
                                      <p:cBhvr>
                                        <p:cTn id="166" dur="1" fill="hold">
                                          <p:stCondLst>
                                            <p:cond delay="0"/>
                                          </p:stCondLst>
                                        </p:cTn>
                                        <p:tgtEl>
                                          <p:spTgt spid="23">
                                            <p:txEl>
                                              <p:pRg st="11" end="11"/>
                                            </p:txEl>
                                          </p:spTgt>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1" presetClass="entr" presetSubtype="0" fill="hold" nodeType="clickEffect">
                                  <p:stCondLst>
                                    <p:cond delay="0"/>
                                  </p:stCondLst>
                                  <p:childTnLst>
                                    <p:set>
                                      <p:cBhvr>
                                        <p:cTn id="170" dur="1" fill="hold">
                                          <p:stCondLst>
                                            <p:cond delay="0"/>
                                          </p:stCondLst>
                                        </p:cTn>
                                        <p:tgtEl>
                                          <p:spTgt spid="23">
                                            <p:txEl>
                                              <p:pRg st="12" end="12"/>
                                            </p:txEl>
                                          </p:spTgt>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presetID="1" presetClass="entr" presetSubtype="0" fill="hold" nodeType="clickEffect">
                                  <p:stCondLst>
                                    <p:cond delay="0"/>
                                  </p:stCondLst>
                                  <p:childTnLst>
                                    <p:set>
                                      <p:cBhvr>
                                        <p:cTn id="174" dur="1" fill="hold">
                                          <p:stCondLst>
                                            <p:cond delay="0"/>
                                          </p:stCondLst>
                                        </p:cTn>
                                        <p:tgtEl>
                                          <p:spTgt spid="23">
                                            <p:txEl>
                                              <p:pRg st="13" end="13"/>
                                            </p:txEl>
                                          </p:spTgt>
                                        </p:tgtEl>
                                        <p:attrNameLst>
                                          <p:attrName>style.visibility</p:attrName>
                                        </p:attrNameLst>
                                      </p:cBhvr>
                                      <p:to>
                                        <p:strVal val="visible"/>
                                      </p:to>
                                    </p:set>
                                  </p:childTnLst>
                                </p:cTn>
                              </p:par>
                            </p:childTnLst>
                          </p:cTn>
                        </p:par>
                      </p:childTnLst>
                    </p:cTn>
                  </p:par>
                  <p:par>
                    <p:cTn id="175" fill="hold">
                      <p:stCondLst>
                        <p:cond delay="indefinite"/>
                      </p:stCondLst>
                      <p:childTnLst>
                        <p:par>
                          <p:cTn id="176" fill="hold">
                            <p:stCondLst>
                              <p:cond delay="0"/>
                            </p:stCondLst>
                            <p:childTnLst>
                              <p:par>
                                <p:cTn id="177" presetID="1" presetClass="entr" presetSubtype="0" fill="hold" nodeType="clickEffect">
                                  <p:stCondLst>
                                    <p:cond delay="0"/>
                                  </p:stCondLst>
                                  <p:childTnLst>
                                    <p:set>
                                      <p:cBhvr>
                                        <p:cTn id="178" dur="1" fill="hold">
                                          <p:stCondLst>
                                            <p:cond delay="0"/>
                                          </p:stCondLst>
                                        </p:cTn>
                                        <p:tgtEl>
                                          <p:spTgt spid="23">
                                            <p:txEl>
                                              <p:pRg st="14" end="14"/>
                                            </p:txEl>
                                          </p:spTgt>
                                        </p:tgtEl>
                                        <p:attrNameLst>
                                          <p:attrName>style.visibility</p:attrName>
                                        </p:attrNameLst>
                                      </p:cBhvr>
                                      <p:to>
                                        <p:strVal val="visible"/>
                                      </p:to>
                                    </p:set>
                                  </p:childTnLst>
                                </p:cTn>
                              </p:par>
                            </p:childTnLst>
                          </p:cTn>
                        </p:par>
                      </p:childTnLst>
                    </p:cTn>
                  </p:par>
                  <p:par>
                    <p:cTn id="179" fill="hold">
                      <p:stCondLst>
                        <p:cond delay="indefinite"/>
                      </p:stCondLst>
                      <p:childTnLst>
                        <p:par>
                          <p:cTn id="180" fill="hold">
                            <p:stCondLst>
                              <p:cond delay="0"/>
                            </p:stCondLst>
                            <p:childTnLst>
                              <p:par>
                                <p:cTn id="181" presetID="1" presetClass="entr" presetSubtype="0" fill="hold" nodeType="clickEffect">
                                  <p:stCondLst>
                                    <p:cond delay="0"/>
                                  </p:stCondLst>
                                  <p:childTnLst>
                                    <p:set>
                                      <p:cBhvr>
                                        <p:cTn id="182" dur="1" fill="hold">
                                          <p:stCondLst>
                                            <p:cond delay="0"/>
                                          </p:stCondLst>
                                        </p:cTn>
                                        <p:tgtEl>
                                          <p:spTgt spid="23">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1950" y="-12705"/>
            <a:ext cx="8418513" cy="1211263"/>
          </a:xfrm>
        </p:spPr>
        <p:txBody>
          <a:bodyPr/>
          <a:lstStyle/>
          <a:p>
            <a:r>
              <a:rPr lang="en-IN" dirty="0"/>
              <a:t>These dimensions make up each customers </a:t>
            </a:r>
            <a:br>
              <a:rPr lang="en-IN" dirty="0"/>
            </a:br>
            <a:r>
              <a:rPr lang="en-IN" dirty="0"/>
              <a:t>‘Lifestyles DNA’ or persona</a:t>
            </a:r>
          </a:p>
        </p:txBody>
      </p:sp>
      <p:sp>
        <p:nvSpPr>
          <p:cNvPr id="11" name="Rectangle 10"/>
          <p:cNvSpPr/>
          <p:nvPr/>
        </p:nvSpPr>
        <p:spPr>
          <a:xfrm>
            <a:off x="7317423" y="164177"/>
            <a:ext cx="1463040" cy="218591"/>
          </a:xfrm>
          <a:prstGeom prst="rect">
            <a:avLst/>
          </a:prstGeom>
          <a:solidFill>
            <a:schemeClr val="accent5"/>
          </a:solidFill>
        </p:spPr>
        <p:txBody>
          <a:bodyPr wrap="square" lIns="91440" tIns="45720" rIns="91440" bIns="45720" anchor="ctr" anchorCtr="0">
            <a:noAutofit/>
          </a:bodyPr>
          <a:lstStyle/>
          <a:p>
            <a:pPr algn="ctr"/>
            <a:r>
              <a:rPr lang="en-US" sz="1200" b="1" dirty="0">
                <a:solidFill>
                  <a:schemeClr val="bg1"/>
                </a:solidFill>
                <a:latin typeface="+mj-lt"/>
              </a:rPr>
              <a:t>Segmentation</a:t>
            </a:r>
          </a:p>
        </p:txBody>
      </p:sp>
      <p:sp>
        <p:nvSpPr>
          <p:cNvPr id="12" name="Text Box 4"/>
          <p:cNvSpPr txBox="1">
            <a:spLocks noChangeArrowheads="1"/>
          </p:cNvSpPr>
          <p:nvPr/>
        </p:nvSpPr>
        <p:spPr bwMode="auto">
          <a:xfrm>
            <a:off x="361950" y="1599500"/>
            <a:ext cx="3022695" cy="45726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417" tIns="45709" rIns="91417" bIns="45709" anchor="ctr">
            <a:noAutofit/>
          </a:bodyPr>
          <a:lstStyle>
            <a:lvl1pPr marL="176213" indent="-176213">
              <a:defRPr sz="2400">
                <a:solidFill>
                  <a:schemeClr val="tx1"/>
                </a:solidFill>
                <a:latin typeface="Times New Roman" pitchFamily="18" charset="0"/>
              </a:defRPr>
            </a:lvl1pPr>
            <a:lvl2pPr marL="355600">
              <a:defRPr sz="2400">
                <a:solidFill>
                  <a:schemeClr val="tx1"/>
                </a:solidFill>
                <a:latin typeface="Times New Roman" pitchFamily="18" charset="0"/>
              </a:defRPr>
            </a:lvl2pPr>
            <a:lvl3pPr marL="1071563">
              <a:defRPr sz="2400">
                <a:solidFill>
                  <a:schemeClr val="tx1"/>
                </a:solidFill>
                <a:latin typeface="Times New Roman" pitchFamily="18" charset="0"/>
              </a:defRPr>
            </a:lvl3pPr>
            <a:lvl4pPr>
              <a:defRPr sz="2400">
                <a:solidFill>
                  <a:schemeClr val="tx1"/>
                </a:solidFill>
                <a:latin typeface="Times New Roman" pitchFamily="18" charset="0"/>
              </a:defRPr>
            </a:lvl4pPr>
            <a:lvl5pPr>
              <a:defRPr sz="2400">
                <a:solidFill>
                  <a:schemeClr val="tx1"/>
                </a:solidFill>
                <a:latin typeface="Times New Roman" pitchFamily="18" charset="0"/>
              </a:defRPr>
            </a:lvl5pPr>
            <a:lvl6pPr eaLnBrk="0" fontAlgn="base" hangingPunct="0">
              <a:spcBef>
                <a:spcPct val="0"/>
              </a:spcBef>
              <a:spcAft>
                <a:spcPct val="0"/>
              </a:spcAft>
              <a:defRPr sz="2400">
                <a:solidFill>
                  <a:schemeClr val="tx1"/>
                </a:solidFill>
                <a:latin typeface="Times New Roman" pitchFamily="18" charset="0"/>
              </a:defRPr>
            </a:lvl6pPr>
            <a:lvl7pPr eaLnBrk="0" fontAlgn="base" hangingPunct="0">
              <a:spcBef>
                <a:spcPct val="0"/>
              </a:spcBef>
              <a:spcAft>
                <a:spcPct val="0"/>
              </a:spcAft>
              <a:defRPr sz="2400">
                <a:solidFill>
                  <a:schemeClr val="tx1"/>
                </a:solidFill>
                <a:latin typeface="Times New Roman" pitchFamily="18" charset="0"/>
              </a:defRPr>
            </a:lvl7pPr>
            <a:lvl8pPr eaLnBrk="0" fontAlgn="base" hangingPunct="0">
              <a:spcBef>
                <a:spcPct val="0"/>
              </a:spcBef>
              <a:spcAft>
                <a:spcPct val="0"/>
              </a:spcAft>
              <a:defRPr sz="2400">
                <a:solidFill>
                  <a:schemeClr val="tx1"/>
                </a:solidFill>
                <a:latin typeface="Times New Roman" pitchFamily="18" charset="0"/>
              </a:defRPr>
            </a:lvl8pPr>
            <a:lvl9pPr eaLnBrk="0" fontAlgn="base" hangingPunct="0">
              <a:spcBef>
                <a:spcPct val="0"/>
              </a:spcBef>
              <a:spcAft>
                <a:spcPct val="0"/>
              </a:spcAft>
              <a:defRPr sz="2400">
                <a:solidFill>
                  <a:schemeClr val="tx1"/>
                </a:solidFill>
                <a:latin typeface="Times New Roman" pitchFamily="18" charset="0"/>
              </a:defRPr>
            </a:lvl9pPr>
          </a:lstStyle>
          <a:p>
            <a:pPr marL="341313" indent="-341313" algn="l" defTabSz="914174">
              <a:spcBef>
                <a:spcPts val="600"/>
              </a:spcBef>
              <a:spcAft>
                <a:spcPts val="600"/>
              </a:spcAft>
              <a:buFontTx/>
              <a:buChar char="•"/>
            </a:pPr>
            <a:r>
              <a:rPr lang="en-GB" altLang="en-US" sz="1800" dirty="0">
                <a:solidFill>
                  <a:prstClr val="black"/>
                </a:solidFill>
                <a:latin typeface="+mj-lt"/>
              </a:rPr>
              <a:t>We study product attributes of all items in your basket</a:t>
            </a:r>
          </a:p>
          <a:p>
            <a:pPr marL="341313" indent="-341313" algn="l" defTabSz="914174">
              <a:spcBef>
                <a:spcPts val="600"/>
              </a:spcBef>
              <a:spcAft>
                <a:spcPts val="600"/>
              </a:spcAft>
              <a:buFontTx/>
              <a:buChar char="•"/>
            </a:pPr>
            <a:r>
              <a:rPr lang="en-GB" altLang="en-US" sz="1800" dirty="0">
                <a:solidFill>
                  <a:prstClr val="black"/>
                </a:solidFill>
                <a:latin typeface="+mj-lt"/>
              </a:rPr>
              <a:t>We can then see when you are frequently buying products with the same attribute </a:t>
            </a:r>
          </a:p>
          <a:p>
            <a:pPr marL="341313" indent="-341313" algn="l" defTabSz="914174">
              <a:spcBef>
                <a:spcPts val="600"/>
              </a:spcBef>
              <a:spcAft>
                <a:spcPts val="600"/>
              </a:spcAft>
              <a:buFontTx/>
              <a:buChar char="•"/>
            </a:pPr>
            <a:r>
              <a:rPr lang="en-GB" altLang="en-US" sz="1800" dirty="0">
                <a:solidFill>
                  <a:prstClr val="black"/>
                </a:solidFill>
                <a:latin typeface="+mj-lt"/>
              </a:rPr>
              <a:t>We then compare you to the Rest of Reliance shopper to see where your purchasing behaviour is most extreme</a:t>
            </a:r>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3629264" y="2771289"/>
            <a:ext cx="5151199" cy="33912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Line 11"/>
          <p:cNvSpPr>
            <a:spLocks noChangeShapeType="1"/>
          </p:cNvSpPr>
          <p:nvPr/>
        </p:nvSpPr>
        <p:spPr bwMode="auto">
          <a:xfrm rot="16200000" flipH="1">
            <a:off x="7159007" y="2578218"/>
            <a:ext cx="1012596" cy="0"/>
          </a:xfrm>
          <a:prstGeom prst="line">
            <a:avLst/>
          </a:prstGeom>
          <a:noFill/>
          <a:ln w="9525">
            <a:solidFill>
              <a:schemeClr val="tx1">
                <a:lumMod val="50000"/>
                <a:lumOff val="50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174"/>
            <a:endParaRPr lang="en-US">
              <a:solidFill>
                <a:prstClr val="black"/>
              </a:solidFill>
            </a:endParaRPr>
          </a:p>
        </p:txBody>
      </p:sp>
      <p:sp>
        <p:nvSpPr>
          <p:cNvPr id="8" name="Line 11"/>
          <p:cNvSpPr>
            <a:spLocks noChangeShapeType="1"/>
          </p:cNvSpPr>
          <p:nvPr/>
        </p:nvSpPr>
        <p:spPr bwMode="auto">
          <a:xfrm rot="16200000" flipH="1">
            <a:off x="5806839" y="2628108"/>
            <a:ext cx="1014416" cy="0"/>
          </a:xfrm>
          <a:prstGeom prst="line">
            <a:avLst/>
          </a:prstGeom>
          <a:noFill/>
          <a:ln w="9525">
            <a:solidFill>
              <a:schemeClr val="tx1">
                <a:lumMod val="50000"/>
                <a:lumOff val="50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174"/>
            <a:endParaRPr lang="en-US">
              <a:solidFill>
                <a:prstClr val="black"/>
              </a:solidFill>
            </a:endParaRPr>
          </a:p>
        </p:txBody>
      </p:sp>
      <p:sp>
        <p:nvSpPr>
          <p:cNvPr id="6" name="Rectangle 7"/>
          <p:cNvSpPr>
            <a:spLocks noChangeArrowheads="1"/>
          </p:cNvSpPr>
          <p:nvPr/>
        </p:nvSpPr>
        <p:spPr bwMode="auto">
          <a:xfrm>
            <a:off x="4729163" y="1599500"/>
            <a:ext cx="3612626" cy="523220"/>
          </a:xfrm>
          <a:prstGeom prst="rect">
            <a:avLst/>
          </a:prstGeom>
          <a:solidFill>
            <a:schemeClr val="bg1">
              <a:lumMod val="85000"/>
            </a:schemeClr>
          </a:solidFill>
          <a:ln>
            <a:noFill/>
          </a:ln>
          <a:effectLst/>
        </p:spPr>
        <p:txBody>
          <a:bodyPr wrap="square" anchor="ctr">
            <a:noAutofit/>
          </a:bodyPr>
          <a:lstStyle/>
          <a:p>
            <a:pPr marL="0" lvl="1" algn="ctr" defTabSz="914174"/>
            <a:r>
              <a:rPr lang="en-GB" altLang="en-US" sz="1400" dirty="0">
                <a:solidFill>
                  <a:prstClr val="black"/>
                </a:solidFill>
                <a:latin typeface="+mj-lt"/>
              </a:rPr>
              <a:t>This customer buys a lot of items that are ‘Instant’ and ‘Serve One’</a:t>
            </a:r>
          </a:p>
        </p:txBody>
      </p:sp>
    </p:spTree>
    <p:extLst>
      <p:ext uri="{BB962C8B-B14F-4D97-AF65-F5344CB8AC3E}">
        <p14:creationId xmlns:p14="http://schemas.microsoft.com/office/powerpoint/2010/main" val="1210621225"/>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p:cNvSpPr/>
          <p:nvPr/>
        </p:nvSpPr>
        <p:spPr>
          <a:xfrm>
            <a:off x="7317423" y="164177"/>
            <a:ext cx="1463040" cy="218591"/>
          </a:xfrm>
          <a:prstGeom prst="rect">
            <a:avLst/>
          </a:prstGeom>
          <a:solidFill>
            <a:schemeClr val="accent5"/>
          </a:solidFill>
        </p:spPr>
        <p:txBody>
          <a:bodyPr wrap="square" lIns="91440" tIns="45720" rIns="91440" bIns="45720" anchor="ctr" anchorCtr="0">
            <a:noAutofit/>
          </a:bodyPr>
          <a:lstStyle/>
          <a:p>
            <a:pPr algn="ctr"/>
            <a:r>
              <a:rPr lang="en-US" sz="1200" b="1" dirty="0">
                <a:solidFill>
                  <a:schemeClr val="bg1"/>
                </a:solidFill>
                <a:latin typeface="+mj-lt"/>
              </a:rPr>
              <a:t>Segmentation</a:t>
            </a:r>
          </a:p>
        </p:txBody>
      </p:sp>
      <p:sp>
        <p:nvSpPr>
          <p:cNvPr id="2" name="Title 1"/>
          <p:cNvSpPr>
            <a:spLocks noGrp="1"/>
          </p:cNvSpPr>
          <p:nvPr>
            <p:ph type="title"/>
          </p:nvPr>
        </p:nvSpPr>
        <p:spPr/>
        <p:txBody>
          <a:bodyPr anchor="t"/>
          <a:lstStyle/>
          <a:p>
            <a:r>
              <a:rPr lang="en-IN" sz="2600" dirty="0"/>
              <a:t>Customer Life segments</a:t>
            </a:r>
          </a:p>
        </p:txBody>
      </p:sp>
      <p:sp>
        <p:nvSpPr>
          <p:cNvPr id="33" name="AutoShape 4"/>
          <p:cNvSpPr>
            <a:spLocks noChangeArrowheads="1"/>
          </p:cNvSpPr>
          <p:nvPr/>
        </p:nvSpPr>
        <p:spPr bwMode="auto">
          <a:xfrm>
            <a:off x="361950" y="817750"/>
            <a:ext cx="8418513" cy="739042"/>
          </a:xfrm>
          <a:prstGeom prst="roundRect">
            <a:avLst>
              <a:gd name="adj" fmla="val 0"/>
            </a:avLst>
          </a:prstGeom>
          <a:solidFill>
            <a:schemeClr val="accent3">
              <a:lumMod val="20000"/>
              <a:lumOff val="80000"/>
            </a:schemeClr>
          </a:solidFill>
          <a:ln w="9525">
            <a:solidFill>
              <a:schemeClr val="accent3"/>
            </a:solidFill>
            <a:round/>
            <a:headEnd/>
            <a:tailEnd/>
          </a:ln>
          <a:effectLst/>
        </p:spPr>
        <p:txBody>
          <a:bodyPr wrap="square" lIns="45720" tIns="45709" rIns="45720" bIns="45709" anchor="t"/>
          <a:lstStyle/>
          <a:p>
            <a:pPr algn="l" defTabSz="914174">
              <a:spcBef>
                <a:spcPts val="0"/>
              </a:spcBef>
              <a:spcAft>
                <a:spcPts val="100"/>
              </a:spcAft>
            </a:pPr>
            <a:r>
              <a:rPr lang="en-GB" altLang="en-US" sz="1050" b="1" dirty="0">
                <a:latin typeface="+mj-lt"/>
              </a:rPr>
              <a:t>Bargain Hunters </a:t>
            </a:r>
            <a:r>
              <a:rPr lang="en-GB" altLang="en-US" sz="1050" b="1" dirty="0">
                <a:latin typeface="+mj-lt"/>
                <a:sym typeface="Wingdings" pitchFamily="2" charset="2"/>
              </a:rPr>
              <a:t>  </a:t>
            </a:r>
            <a:r>
              <a:rPr lang="en-GB" altLang="en-US" sz="1050" dirty="0">
                <a:latin typeface="+mj-lt"/>
                <a:sym typeface="Wingdings" pitchFamily="2" charset="2"/>
              </a:rPr>
              <a:t>Heavy users of discount coupons and offers  Value driven buyers who often end up with the </a:t>
            </a:r>
            <a:r>
              <a:rPr lang="en-GB" altLang="en-US" sz="1050" dirty="0">
                <a:latin typeface="+mj-lt"/>
              </a:rPr>
              <a:t>lowest priced items </a:t>
            </a:r>
            <a:r>
              <a:rPr lang="en-GB" altLang="en-US" sz="1050" dirty="0">
                <a:latin typeface="+mj-lt"/>
                <a:sym typeface="Wingdings" pitchFamily="2" charset="2"/>
              </a:rPr>
              <a:t> Don’t like to experiment with their shopping list, stick to </a:t>
            </a:r>
            <a:r>
              <a:rPr lang="en-GB" altLang="en-US" sz="1050" dirty="0">
                <a:latin typeface="+mj-lt"/>
              </a:rPr>
              <a:t>a limited product range </a:t>
            </a:r>
            <a:r>
              <a:rPr lang="en-GB" altLang="en-US" sz="1050" dirty="0">
                <a:latin typeface="+mj-lt"/>
                <a:sym typeface="Wingdings" pitchFamily="2" charset="2"/>
              </a:rPr>
              <a:t> Price is the most important factor in their shopping decisions</a:t>
            </a:r>
            <a:endParaRPr lang="en-GB" altLang="en-US" sz="1050" dirty="0">
              <a:latin typeface="+mj-lt"/>
            </a:endParaRPr>
          </a:p>
          <a:p>
            <a:pPr algn="l" defTabSz="914174">
              <a:spcBef>
                <a:spcPts val="0"/>
              </a:spcBef>
              <a:spcAft>
                <a:spcPts val="100"/>
              </a:spcAft>
            </a:pPr>
            <a:r>
              <a:rPr lang="en-GB" altLang="en-US" sz="1050" b="1" dirty="0">
                <a:latin typeface="+mj-lt"/>
              </a:rPr>
              <a:t>Economy Spenders </a:t>
            </a:r>
            <a:r>
              <a:rPr lang="en-GB" altLang="en-US" sz="1050" dirty="0">
                <a:latin typeface="+mj-lt"/>
                <a:sym typeface="Wingdings" pitchFamily="2" charset="2"/>
              </a:rPr>
              <a:t> </a:t>
            </a:r>
            <a:r>
              <a:rPr lang="en-GB" altLang="en-US" sz="1050" dirty="0">
                <a:latin typeface="+mj-lt"/>
              </a:rPr>
              <a:t>This group goes for value for money product combos and bulk packs  </a:t>
            </a:r>
            <a:r>
              <a:rPr lang="en-GB" altLang="en-US" sz="1050" dirty="0">
                <a:latin typeface="+mj-lt"/>
                <a:sym typeface="Wingdings" pitchFamily="2" charset="2"/>
              </a:rPr>
              <a:t> </a:t>
            </a:r>
            <a:r>
              <a:rPr lang="en-GB" altLang="en-US" sz="1050" dirty="0">
                <a:latin typeface="+mj-lt"/>
              </a:rPr>
              <a:t>Buy pre-packaged cereal and </a:t>
            </a:r>
            <a:r>
              <a:rPr lang="en-GB" altLang="en-US" sz="1050" dirty="0" err="1">
                <a:latin typeface="+mj-lt"/>
              </a:rPr>
              <a:t>dals</a:t>
            </a:r>
            <a:r>
              <a:rPr lang="en-GB" altLang="en-US" sz="1050" dirty="0">
                <a:latin typeface="+mj-lt"/>
              </a:rPr>
              <a:t> from Value range but not a lot from the fresh range products. </a:t>
            </a:r>
            <a:endParaRPr lang="en-US" sz="1050" dirty="0">
              <a:latin typeface="+mj-lt"/>
            </a:endParaRPr>
          </a:p>
        </p:txBody>
      </p:sp>
      <p:sp>
        <p:nvSpPr>
          <p:cNvPr id="34" name="Text Box 13"/>
          <p:cNvSpPr txBox="1">
            <a:spLocks noChangeArrowheads="1"/>
          </p:cNvSpPr>
          <p:nvPr/>
        </p:nvSpPr>
        <p:spPr bwMode="auto">
          <a:xfrm>
            <a:off x="361950" y="640378"/>
            <a:ext cx="2178050" cy="182880"/>
          </a:xfrm>
          <a:prstGeom prst="rect">
            <a:avLst/>
          </a:prstGeom>
          <a:solidFill>
            <a:schemeClr val="accent3"/>
          </a:solidFill>
          <a:ln>
            <a:noFill/>
          </a:ln>
          <a:effectLst/>
        </p:spPr>
        <p:txBody>
          <a:bodyPr lIns="91417" tIns="0" rIns="91417" bIns="0" anchor="ctr">
            <a:noAutofit/>
          </a:bodyPr>
          <a:lstStyle/>
          <a:p>
            <a:pPr defTabSz="914174">
              <a:lnSpc>
                <a:spcPct val="80000"/>
              </a:lnSpc>
            </a:pPr>
            <a:r>
              <a:rPr lang="en-GB" altLang="en-US" b="1" dirty="0">
                <a:solidFill>
                  <a:schemeClr val="bg1"/>
                </a:solidFill>
                <a:latin typeface="+mj-lt"/>
              </a:rPr>
              <a:t>Price sensitive</a:t>
            </a:r>
          </a:p>
        </p:txBody>
      </p:sp>
      <p:sp>
        <p:nvSpPr>
          <p:cNvPr id="35" name="AutoShape 4"/>
          <p:cNvSpPr>
            <a:spLocks noChangeArrowheads="1"/>
          </p:cNvSpPr>
          <p:nvPr/>
        </p:nvSpPr>
        <p:spPr bwMode="auto">
          <a:xfrm>
            <a:off x="361950" y="1798231"/>
            <a:ext cx="8418513" cy="406633"/>
          </a:xfrm>
          <a:prstGeom prst="roundRect">
            <a:avLst>
              <a:gd name="adj" fmla="val 0"/>
            </a:avLst>
          </a:prstGeom>
          <a:solidFill>
            <a:schemeClr val="accent6">
              <a:lumMod val="20000"/>
              <a:lumOff val="80000"/>
            </a:schemeClr>
          </a:solidFill>
          <a:ln w="9525">
            <a:solidFill>
              <a:schemeClr val="accent6"/>
            </a:solidFill>
            <a:round/>
            <a:headEnd/>
            <a:tailEnd/>
          </a:ln>
          <a:effectLst/>
        </p:spPr>
        <p:txBody>
          <a:bodyPr wrap="square" lIns="45720" tIns="45709" rIns="45720" bIns="45709" anchor="t"/>
          <a:lstStyle/>
          <a:p>
            <a:pPr algn="l" defTabSz="914174">
              <a:spcBef>
                <a:spcPts val="0"/>
              </a:spcBef>
              <a:spcAft>
                <a:spcPts val="100"/>
              </a:spcAft>
            </a:pPr>
            <a:r>
              <a:rPr lang="en-GB" altLang="en-US" sz="1050" b="1" dirty="0">
                <a:latin typeface="+mj-lt"/>
              </a:rPr>
              <a:t>Conventional </a:t>
            </a:r>
            <a:r>
              <a:rPr lang="en-GB" altLang="en-US" sz="1050" dirty="0">
                <a:latin typeface="+mj-lt"/>
                <a:sym typeface="Wingdings" pitchFamily="2" charset="2"/>
              </a:rPr>
              <a:t> T</a:t>
            </a:r>
            <a:r>
              <a:rPr lang="en-GB" altLang="en-US" sz="1050" dirty="0">
                <a:latin typeface="+mj-lt"/>
              </a:rPr>
              <a:t>he most traditional customer group  </a:t>
            </a:r>
            <a:r>
              <a:rPr lang="en-GB" altLang="en-US" sz="1050" dirty="0">
                <a:latin typeface="+mj-lt"/>
                <a:sym typeface="Wingdings" pitchFamily="2" charset="2"/>
              </a:rPr>
              <a:t></a:t>
            </a:r>
            <a:r>
              <a:rPr lang="en-GB" altLang="en-US" sz="1050" dirty="0">
                <a:latin typeface="+mj-lt"/>
              </a:rPr>
              <a:t> They don’t like to buy in bulk, shop frequently but have smaller baskets </a:t>
            </a:r>
            <a:r>
              <a:rPr lang="en-GB" altLang="en-US" sz="1050" dirty="0">
                <a:latin typeface="+mj-lt"/>
                <a:sym typeface="Wingdings" pitchFamily="2" charset="2"/>
              </a:rPr>
              <a:t></a:t>
            </a:r>
            <a:r>
              <a:rPr lang="en-GB" altLang="en-US" sz="1050" dirty="0">
                <a:latin typeface="+mj-lt"/>
              </a:rPr>
              <a:t> Know what they want and stick to it </a:t>
            </a:r>
            <a:r>
              <a:rPr lang="en-GB" altLang="en-US" sz="1050" dirty="0">
                <a:latin typeface="+mj-lt"/>
                <a:sym typeface="Wingdings" pitchFamily="2" charset="2"/>
              </a:rPr>
              <a:t> </a:t>
            </a:r>
            <a:r>
              <a:rPr lang="en-GB" altLang="en-US" sz="1050" dirty="0">
                <a:latin typeface="+mj-lt"/>
              </a:rPr>
              <a:t>They tend to be older and buy conventional food items</a:t>
            </a:r>
          </a:p>
        </p:txBody>
      </p:sp>
      <p:sp>
        <p:nvSpPr>
          <p:cNvPr id="36" name="Text Box 13"/>
          <p:cNvSpPr txBox="1">
            <a:spLocks noChangeArrowheads="1"/>
          </p:cNvSpPr>
          <p:nvPr/>
        </p:nvSpPr>
        <p:spPr bwMode="auto">
          <a:xfrm>
            <a:off x="361950" y="1614315"/>
            <a:ext cx="2178050" cy="182880"/>
          </a:xfrm>
          <a:prstGeom prst="rect">
            <a:avLst/>
          </a:prstGeom>
          <a:solidFill>
            <a:schemeClr val="accent6"/>
          </a:solidFill>
          <a:ln>
            <a:noFill/>
          </a:ln>
          <a:effectLst/>
        </p:spPr>
        <p:txBody>
          <a:bodyPr lIns="91417" tIns="0" rIns="91417" bIns="0" anchor="ctr">
            <a:noAutofit/>
          </a:bodyPr>
          <a:lstStyle/>
          <a:p>
            <a:pPr defTabSz="914174">
              <a:lnSpc>
                <a:spcPct val="80000"/>
              </a:lnSpc>
            </a:pPr>
            <a:r>
              <a:rPr lang="en-GB" altLang="en-US" b="1" dirty="0">
                <a:solidFill>
                  <a:schemeClr val="bg1"/>
                </a:solidFill>
                <a:latin typeface="+mj-lt"/>
              </a:rPr>
              <a:t>Conventional</a:t>
            </a:r>
          </a:p>
        </p:txBody>
      </p:sp>
      <p:sp>
        <p:nvSpPr>
          <p:cNvPr id="37" name="AutoShape 4"/>
          <p:cNvSpPr>
            <a:spLocks noChangeArrowheads="1"/>
          </p:cNvSpPr>
          <p:nvPr/>
        </p:nvSpPr>
        <p:spPr bwMode="auto">
          <a:xfrm>
            <a:off x="361950" y="2474958"/>
            <a:ext cx="8418513" cy="749322"/>
          </a:xfrm>
          <a:prstGeom prst="roundRect">
            <a:avLst>
              <a:gd name="adj" fmla="val 0"/>
            </a:avLst>
          </a:prstGeom>
          <a:solidFill>
            <a:schemeClr val="accent5">
              <a:lumMod val="20000"/>
              <a:lumOff val="80000"/>
            </a:schemeClr>
          </a:solidFill>
          <a:ln w="9525">
            <a:solidFill>
              <a:schemeClr val="accent5"/>
            </a:solidFill>
            <a:round/>
            <a:headEnd/>
            <a:tailEnd/>
          </a:ln>
          <a:effectLst/>
        </p:spPr>
        <p:txBody>
          <a:bodyPr wrap="square" lIns="45720" tIns="45709" rIns="45720" bIns="45709" anchor="t"/>
          <a:lstStyle/>
          <a:p>
            <a:pPr algn="l" defTabSz="914174">
              <a:spcBef>
                <a:spcPts val="0"/>
              </a:spcBef>
              <a:spcAft>
                <a:spcPts val="100"/>
              </a:spcAft>
            </a:pPr>
            <a:r>
              <a:rPr lang="en-GB" altLang="en-US" sz="1050" b="1" dirty="0">
                <a:latin typeface="+mj-lt"/>
              </a:rPr>
              <a:t>Typical Brands</a:t>
            </a:r>
            <a:r>
              <a:rPr lang="en-GB" altLang="en-US" sz="1050" dirty="0">
                <a:latin typeface="+mj-lt"/>
              </a:rPr>
              <a:t>  </a:t>
            </a:r>
            <a:r>
              <a:rPr lang="en-GB" altLang="en-US" sz="1050" dirty="0">
                <a:latin typeface="+mj-lt"/>
                <a:sym typeface="Wingdings" pitchFamily="2" charset="2"/>
              </a:rPr>
              <a:t></a:t>
            </a:r>
            <a:r>
              <a:rPr lang="en-GB" altLang="en-US" sz="1050" dirty="0">
                <a:latin typeface="+mj-lt"/>
              </a:rPr>
              <a:t>  Regularly buy similar items, mostly traditional meals </a:t>
            </a:r>
            <a:r>
              <a:rPr lang="en-GB" altLang="en-US" sz="1050" dirty="0">
                <a:latin typeface="+mj-lt"/>
                <a:sym typeface="Wingdings" pitchFamily="2" charset="2"/>
              </a:rPr>
              <a:t></a:t>
            </a:r>
            <a:r>
              <a:rPr lang="en-GB" altLang="en-US" sz="1050" dirty="0">
                <a:latin typeface="+mj-lt"/>
              </a:rPr>
              <a:t> Not big spenders, but buy popular brands that are tried and tested rather than own label products </a:t>
            </a:r>
          </a:p>
          <a:p>
            <a:pPr algn="l" defTabSz="914174">
              <a:spcBef>
                <a:spcPts val="0"/>
              </a:spcBef>
              <a:spcAft>
                <a:spcPts val="100"/>
              </a:spcAft>
            </a:pPr>
            <a:r>
              <a:rPr lang="en-GB" altLang="en-US" sz="1050" b="1" dirty="0">
                <a:latin typeface="+mj-lt"/>
              </a:rPr>
              <a:t>Controlled by Kids </a:t>
            </a:r>
            <a:r>
              <a:rPr lang="en-GB" altLang="en-US" sz="1050" dirty="0">
                <a:latin typeface="+mj-lt"/>
                <a:sym typeface="Wingdings" pitchFamily="2" charset="2"/>
              </a:rPr>
              <a:t></a:t>
            </a:r>
            <a:r>
              <a:rPr lang="en-GB" altLang="en-US" sz="1050" dirty="0">
                <a:latin typeface="+mj-lt"/>
              </a:rPr>
              <a:t> Families where kids who dictate shopping list </a:t>
            </a:r>
            <a:r>
              <a:rPr lang="en-GB" altLang="en-US" sz="1050" dirty="0">
                <a:latin typeface="+mj-lt"/>
                <a:sym typeface="Wingdings" pitchFamily="2" charset="2"/>
              </a:rPr>
              <a:t>  </a:t>
            </a:r>
            <a:r>
              <a:rPr lang="en-GB" altLang="en-US" sz="1050" dirty="0">
                <a:latin typeface="+mj-lt"/>
              </a:rPr>
              <a:t>This customer group visit the store frequently </a:t>
            </a:r>
            <a:r>
              <a:rPr lang="en-GB" altLang="en-US" sz="1050" dirty="0">
                <a:latin typeface="+mj-lt"/>
                <a:sym typeface="Wingdings" pitchFamily="2" charset="2"/>
              </a:rPr>
              <a:t></a:t>
            </a:r>
            <a:r>
              <a:rPr lang="en-GB" altLang="en-US" sz="1050" dirty="0">
                <a:latin typeface="+mj-lt"/>
              </a:rPr>
              <a:t> They need to buy lots of Non-food items for kids, so prefer to have everything at one store </a:t>
            </a:r>
            <a:r>
              <a:rPr lang="en-GB" altLang="en-US" sz="1050" dirty="0">
                <a:latin typeface="+mj-lt"/>
                <a:sym typeface="Wingdings" pitchFamily="2" charset="2"/>
              </a:rPr>
              <a:t></a:t>
            </a:r>
            <a:r>
              <a:rPr lang="en-GB" altLang="en-US" sz="1050" dirty="0">
                <a:latin typeface="+mj-lt"/>
              </a:rPr>
              <a:t> Their baskets are larger and they are more inclined towards promotions</a:t>
            </a:r>
            <a:endParaRPr lang="en-GB" altLang="en-US" sz="1050" dirty="0">
              <a:latin typeface="+mj-lt"/>
              <a:sym typeface="Wingdings" pitchFamily="2" charset="2"/>
            </a:endParaRPr>
          </a:p>
        </p:txBody>
      </p:sp>
      <p:sp>
        <p:nvSpPr>
          <p:cNvPr id="38" name="Text Box 13"/>
          <p:cNvSpPr txBox="1">
            <a:spLocks noChangeArrowheads="1"/>
          </p:cNvSpPr>
          <p:nvPr/>
        </p:nvSpPr>
        <p:spPr bwMode="auto">
          <a:xfrm>
            <a:off x="361950" y="2291042"/>
            <a:ext cx="2178050" cy="182880"/>
          </a:xfrm>
          <a:prstGeom prst="rect">
            <a:avLst/>
          </a:prstGeom>
          <a:solidFill>
            <a:schemeClr val="accent5"/>
          </a:solidFill>
          <a:ln>
            <a:noFill/>
          </a:ln>
          <a:effectLst/>
        </p:spPr>
        <p:txBody>
          <a:bodyPr lIns="91417" tIns="0" rIns="91417" bIns="0" anchor="ctr">
            <a:noAutofit/>
          </a:bodyPr>
          <a:lstStyle/>
          <a:p>
            <a:pPr defTabSz="914174">
              <a:lnSpc>
                <a:spcPct val="80000"/>
              </a:lnSpc>
            </a:pPr>
            <a:r>
              <a:rPr lang="en-GB" altLang="en-US" b="1" dirty="0">
                <a:solidFill>
                  <a:schemeClr val="bg1"/>
                </a:solidFill>
                <a:latin typeface="+mj-lt"/>
              </a:rPr>
              <a:t>Predominant</a:t>
            </a:r>
          </a:p>
        </p:txBody>
      </p:sp>
      <p:sp>
        <p:nvSpPr>
          <p:cNvPr id="39" name="AutoShape 4"/>
          <p:cNvSpPr>
            <a:spLocks noChangeArrowheads="1"/>
          </p:cNvSpPr>
          <p:nvPr/>
        </p:nvSpPr>
        <p:spPr bwMode="auto">
          <a:xfrm>
            <a:off x="361950" y="3465067"/>
            <a:ext cx="8418513" cy="754061"/>
          </a:xfrm>
          <a:prstGeom prst="roundRect">
            <a:avLst>
              <a:gd name="adj" fmla="val 0"/>
            </a:avLst>
          </a:prstGeom>
          <a:solidFill>
            <a:schemeClr val="accent2">
              <a:lumMod val="20000"/>
              <a:lumOff val="80000"/>
            </a:schemeClr>
          </a:solidFill>
          <a:ln w="9525">
            <a:solidFill>
              <a:schemeClr val="accent2"/>
            </a:solidFill>
            <a:round/>
            <a:headEnd/>
            <a:tailEnd/>
          </a:ln>
          <a:effectLst/>
        </p:spPr>
        <p:txBody>
          <a:bodyPr wrap="square" lIns="45720" tIns="45709" rIns="45720" bIns="45709" anchor="t"/>
          <a:lstStyle/>
          <a:p>
            <a:pPr algn="l" defTabSz="914174">
              <a:spcBef>
                <a:spcPts val="0"/>
              </a:spcBef>
              <a:spcAft>
                <a:spcPts val="100"/>
              </a:spcAft>
            </a:pPr>
            <a:r>
              <a:rPr lang="en-GB" altLang="en-US" sz="1050" b="1" dirty="0">
                <a:latin typeface="+mj-lt"/>
              </a:rPr>
              <a:t>Wholesome Living</a:t>
            </a:r>
            <a:r>
              <a:rPr lang="en-GB" altLang="en-US" sz="1050" dirty="0">
                <a:latin typeface="+mj-lt"/>
              </a:rPr>
              <a:t>  </a:t>
            </a:r>
            <a:r>
              <a:rPr lang="en-GB" altLang="en-US" sz="1050" dirty="0">
                <a:latin typeface="+mj-lt"/>
                <a:sym typeface="Wingdings" pitchFamily="2" charset="2"/>
              </a:rPr>
              <a:t></a:t>
            </a:r>
            <a:r>
              <a:rPr lang="en-GB" altLang="en-US" sz="1050" dirty="0">
                <a:latin typeface="+mj-lt"/>
              </a:rPr>
              <a:t> Relatively older shoppers who don’t experiment much </a:t>
            </a:r>
            <a:r>
              <a:rPr lang="en-GB" altLang="en-US" sz="1050" dirty="0">
                <a:latin typeface="+mj-lt"/>
                <a:sym typeface="Wingdings" pitchFamily="2" charset="2"/>
              </a:rPr>
              <a:t></a:t>
            </a:r>
            <a:r>
              <a:rPr lang="en-GB" altLang="en-US" sz="1050" dirty="0">
                <a:latin typeface="+mj-lt"/>
              </a:rPr>
              <a:t> Stick to traditionally healthy habits of eating </a:t>
            </a:r>
            <a:r>
              <a:rPr lang="en-GB" altLang="en-US" sz="1050" dirty="0">
                <a:latin typeface="+mj-lt"/>
                <a:sym typeface="Wingdings" pitchFamily="2" charset="2"/>
              </a:rPr>
              <a:t>  Don’t fret about calorie count </a:t>
            </a:r>
            <a:r>
              <a:rPr lang="en-GB" altLang="en-US" sz="1050" dirty="0">
                <a:latin typeface="+mj-lt"/>
              </a:rPr>
              <a:t> Buy wholesome nutritious foods</a:t>
            </a:r>
          </a:p>
          <a:p>
            <a:pPr algn="l" defTabSz="914174">
              <a:spcBef>
                <a:spcPts val="0"/>
              </a:spcBef>
              <a:spcAft>
                <a:spcPts val="100"/>
              </a:spcAft>
            </a:pPr>
            <a:r>
              <a:rPr lang="en-GB" altLang="en-US" sz="1050" b="1" dirty="0">
                <a:latin typeface="+mj-lt"/>
                <a:sym typeface="Wingdings" pitchFamily="2" charset="2"/>
              </a:rPr>
              <a:t>Calorie Conscious </a:t>
            </a:r>
            <a:r>
              <a:rPr lang="en-GB" altLang="en-US" sz="1050" dirty="0">
                <a:latin typeface="+mj-lt"/>
                <a:sym typeface="Wingdings" pitchFamily="2" charset="2"/>
              </a:rPr>
              <a:t></a:t>
            </a:r>
            <a:r>
              <a:rPr lang="en-GB" altLang="en-US" sz="1050" dirty="0">
                <a:latin typeface="+mj-lt"/>
              </a:rPr>
              <a:t> Usually working couples with no kids </a:t>
            </a:r>
            <a:r>
              <a:rPr lang="en-GB" altLang="en-US" sz="1050" dirty="0">
                <a:latin typeface="+mj-lt"/>
                <a:sym typeface="Wingdings" pitchFamily="2" charset="2"/>
              </a:rPr>
              <a:t></a:t>
            </a:r>
            <a:r>
              <a:rPr lang="en-GB" altLang="en-US" sz="1050" dirty="0">
                <a:latin typeface="+mj-lt"/>
              </a:rPr>
              <a:t> Tend to be health conscious and buy low-</a:t>
            </a:r>
            <a:r>
              <a:rPr lang="en-GB" altLang="en-US" sz="1050" dirty="0" err="1">
                <a:latin typeface="+mj-lt"/>
              </a:rPr>
              <a:t>cal</a:t>
            </a:r>
            <a:r>
              <a:rPr lang="en-GB" altLang="en-US" sz="1050" dirty="0">
                <a:latin typeface="+mj-lt"/>
              </a:rPr>
              <a:t> items </a:t>
            </a:r>
            <a:r>
              <a:rPr lang="en-GB" altLang="en-US" sz="1050" dirty="0">
                <a:latin typeface="+mj-lt"/>
                <a:sym typeface="Wingdings" pitchFamily="2" charset="2"/>
              </a:rPr>
              <a:t></a:t>
            </a:r>
            <a:r>
              <a:rPr lang="en-GB" altLang="en-US" sz="1050" dirty="0">
                <a:latin typeface="+mj-lt"/>
              </a:rPr>
              <a:t> Unlikely to buy anything with high fat or high calories </a:t>
            </a:r>
            <a:r>
              <a:rPr lang="en-GB" altLang="en-US" sz="1050" dirty="0">
                <a:latin typeface="+mj-lt"/>
                <a:sym typeface="Wingdings" pitchFamily="2" charset="2"/>
              </a:rPr>
              <a:t> May have an inclination towards organic product range</a:t>
            </a:r>
          </a:p>
        </p:txBody>
      </p:sp>
      <p:sp>
        <p:nvSpPr>
          <p:cNvPr id="40" name="Text Box 13"/>
          <p:cNvSpPr txBox="1">
            <a:spLocks noChangeArrowheads="1"/>
          </p:cNvSpPr>
          <p:nvPr/>
        </p:nvSpPr>
        <p:spPr bwMode="auto">
          <a:xfrm>
            <a:off x="361950" y="3294799"/>
            <a:ext cx="2178050" cy="182880"/>
          </a:xfrm>
          <a:prstGeom prst="rect">
            <a:avLst/>
          </a:prstGeom>
          <a:solidFill>
            <a:schemeClr val="accent2"/>
          </a:solidFill>
          <a:ln>
            <a:noFill/>
          </a:ln>
          <a:effectLst/>
        </p:spPr>
        <p:txBody>
          <a:bodyPr lIns="91417" tIns="0" rIns="91417" bIns="0" anchor="ctr">
            <a:noAutofit/>
          </a:bodyPr>
          <a:lstStyle/>
          <a:p>
            <a:pPr defTabSz="914174">
              <a:lnSpc>
                <a:spcPct val="80000"/>
              </a:lnSpc>
            </a:pPr>
            <a:r>
              <a:rPr lang="en-GB" altLang="en-US" b="1" dirty="0">
                <a:solidFill>
                  <a:schemeClr val="bg1"/>
                </a:solidFill>
                <a:latin typeface="+mj-lt"/>
              </a:rPr>
              <a:t>Nutrition First</a:t>
            </a:r>
          </a:p>
        </p:txBody>
      </p:sp>
      <p:sp>
        <p:nvSpPr>
          <p:cNvPr id="41" name="AutoShape 4"/>
          <p:cNvSpPr>
            <a:spLocks noChangeArrowheads="1"/>
          </p:cNvSpPr>
          <p:nvPr/>
        </p:nvSpPr>
        <p:spPr bwMode="auto">
          <a:xfrm>
            <a:off x="361950" y="4479327"/>
            <a:ext cx="8418513" cy="755449"/>
          </a:xfrm>
          <a:prstGeom prst="roundRect">
            <a:avLst>
              <a:gd name="adj" fmla="val 0"/>
            </a:avLst>
          </a:prstGeom>
          <a:solidFill>
            <a:schemeClr val="accent4">
              <a:lumMod val="20000"/>
              <a:lumOff val="80000"/>
            </a:schemeClr>
          </a:solidFill>
          <a:ln w="9525">
            <a:solidFill>
              <a:schemeClr val="accent4"/>
            </a:solidFill>
            <a:round/>
            <a:headEnd/>
            <a:tailEnd/>
          </a:ln>
          <a:effectLst/>
        </p:spPr>
        <p:txBody>
          <a:bodyPr wrap="square" lIns="45720" tIns="45709" rIns="45720" bIns="45709" anchor="t"/>
          <a:lstStyle/>
          <a:p>
            <a:pPr algn="l" defTabSz="914174">
              <a:spcBef>
                <a:spcPts val="0"/>
              </a:spcBef>
              <a:spcAft>
                <a:spcPts val="100"/>
              </a:spcAft>
            </a:pPr>
            <a:r>
              <a:rPr lang="en-GB" altLang="en-US" sz="1050" b="1" dirty="0">
                <a:latin typeface="+mj-lt"/>
              </a:rPr>
              <a:t>Too Cool to Cook</a:t>
            </a:r>
            <a:r>
              <a:rPr lang="en-GB" altLang="en-US" sz="1050" dirty="0">
                <a:latin typeface="+mj-lt"/>
              </a:rPr>
              <a:t> </a:t>
            </a:r>
            <a:r>
              <a:rPr lang="en-GB" altLang="en-US" sz="1050" dirty="0">
                <a:latin typeface="+mj-lt"/>
                <a:sym typeface="Wingdings" pitchFamily="2" charset="2"/>
              </a:rPr>
              <a:t></a:t>
            </a:r>
            <a:r>
              <a:rPr lang="en-GB" altLang="en-US" sz="1050" dirty="0">
                <a:latin typeface="+mj-lt"/>
              </a:rPr>
              <a:t> Younger adults, living away from family,  mostly with friends </a:t>
            </a:r>
            <a:r>
              <a:rPr lang="en-GB" altLang="en-US" sz="1050" dirty="0">
                <a:latin typeface="+mj-lt"/>
                <a:sym typeface="Wingdings" pitchFamily="2" charset="2"/>
              </a:rPr>
              <a:t></a:t>
            </a:r>
            <a:r>
              <a:rPr lang="en-GB" altLang="en-US" sz="1050" dirty="0">
                <a:latin typeface="+mj-lt"/>
              </a:rPr>
              <a:t> Like to spend their time at work/on activities rather than in kitchen </a:t>
            </a:r>
            <a:r>
              <a:rPr lang="en-GB" altLang="en-US" sz="1050" dirty="0">
                <a:latin typeface="+mj-lt"/>
                <a:sym typeface="Wingdings" pitchFamily="2" charset="2"/>
              </a:rPr>
              <a:t></a:t>
            </a:r>
            <a:r>
              <a:rPr lang="en-GB" altLang="en-US" sz="1050" dirty="0">
                <a:latin typeface="+mj-lt"/>
              </a:rPr>
              <a:t> Often pick up quick and/or ready-to-eat meals </a:t>
            </a:r>
          </a:p>
          <a:p>
            <a:pPr algn="l" defTabSz="914174">
              <a:spcBef>
                <a:spcPts val="0"/>
              </a:spcBef>
              <a:spcAft>
                <a:spcPts val="100"/>
              </a:spcAft>
            </a:pPr>
            <a:r>
              <a:rPr lang="en-GB" altLang="en-US" sz="1050" b="1" dirty="0">
                <a:latin typeface="+mj-lt"/>
              </a:rPr>
              <a:t>Busy Connoisseurs</a:t>
            </a:r>
            <a:r>
              <a:rPr lang="en-GB" altLang="en-US" sz="1050" dirty="0">
                <a:latin typeface="+mj-lt"/>
              </a:rPr>
              <a:t> </a:t>
            </a:r>
            <a:r>
              <a:rPr lang="en-GB" altLang="en-US" sz="1050" dirty="0">
                <a:latin typeface="+mj-lt"/>
                <a:sym typeface="Wingdings" pitchFamily="2" charset="2"/>
              </a:rPr>
              <a:t></a:t>
            </a:r>
            <a:r>
              <a:rPr lang="en-GB" altLang="en-US" sz="1050" dirty="0">
                <a:latin typeface="+mj-lt"/>
              </a:rPr>
              <a:t> Young professionals who enjoy fine food but can’t make time for cooking </a:t>
            </a:r>
            <a:r>
              <a:rPr lang="en-GB" altLang="en-US" sz="1050" dirty="0">
                <a:latin typeface="+mj-lt"/>
                <a:sym typeface="Wingdings" pitchFamily="2" charset="2"/>
              </a:rPr>
              <a:t></a:t>
            </a:r>
            <a:r>
              <a:rPr lang="en-GB" altLang="en-US" sz="1050" dirty="0">
                <a:latin typeface="+mj-lt"/>
              </a:rPr>
              <a:t> Buy wide range of food items on-the-go </a:t>
            </a:r>
            <a:r>
              <a:rPr lang="en-GB" altLang="en-US" sz="1050" dirty="0">
                <a:latin typeface="+mj-lt"/>
                <a:sym typeface="Wingdings" pitchFamily="2" charset="2"/>
              </a:rPr>
              <a:t></a:t>
            </a:r>
            <a:r>
              <a:rPr lang="en-GB" altLang="en-US" sz="1050" dirty="0">
                <a:latin typeface="+mj-lt"/>
              </a:rPr>
              <a:t> Prefer to shop for Grocery and Non-food at one single place for convenience</a:t>
            </a:r>
          </a:p>
        </p:txBody>
      </p:sp>
      <p:sp>
        <p:nvSpPr>
          <p:cNvPr id="42" name="Text Box 13"/>
          <p:cNvSpPr txBox="1">
            <a:spLocks noChangeArrowheads="1"/>
          </p:cNvSpPr>
          <p:nvPr/>
        </p:nvSpPr>
        <p:spPr bwMode="auto">
          <a:xfrm>
            <a:off x="361950" y="4295411"/>
            <a:ext cx="2178050" cy="182880"/>
          </a:xfrm>
          <a:prstGeom prst="rect">
            <a:avLst/>
          </a:prstGeom>
          <a:solidFill>
            <a:schemeClr val="accent4"/>
          </a:solidFill>
          <a:ln>
            <a:noFill/>
          </a:ln>
          <a:effectLst/>
        </p:spPr>
        <p:txBody>
          <a:bodyPr lIns="91417" tIns="0" rIns="91417" bIns="0" anchor="ctr">
            <a:noAutofit/>
          </a:bodyPr>
          <a:lstStyle/>
          <a:p>
            <a:pPr defTabSz="914174">
              <a:lnSpc>
                <a:spcPct val="80000"/>
              </a:lnSpc>
            </a:pPr>
            <a:r>
              <a:rPr lang="en-GB" altLang="en-US" b="1" dirty="0">
                <a:solidFill>
                  <a:schemeClr val="bg1"/>
                </a:solidFill>
                <a:latin typeface="+mj-lt"/>
              </a:rPr>
              <a:t>No Time for Kitchen</a:t>
            </a:r>
          </a:p>
        </p:txBody>
      </p:sp>
      <p:sp>
        <p:nvSpPr>
          <p:cNvPr id="43" name="AutoShape 4"/>
          <p:cNvSpPr>
            <a:spLocks noChangeArrowheads="1"/>
          </p:cNvSpPr>
          <p:nvPr/>
        </p:nvSpPr>
        <p:spPr bwMode="auto">
          <a:xfrm>
            <a:off x="361950" y="5490614"/>
            <a:ext cx="8418513" cy="951129"/>
          </a:xfrm>
          <a:prstGeom prst="roundRect">
            <a:avLst>
              <a:gd name="adj" fmla="val 0"/>
            </a:avLst>
          </a:prstGeom>
          <a:solidFill>
            <a:schemeClr val="bg1">
              <a:lumMod val="95000"/>
            </a:schemeClr>
          </a:solidFill>
          <a:ln w="9525">
            <a:solidFill>
              <a:schemeClr val="tx1">
                <a:lumMod val="50000"/>
                <a:lumOff val="50000"/>
              </a:schemeClr>
            </a:solidFill>
            <a:round/>
            <a:headEnd/>
            <a:tailEnd/>
          </a:ln>
          <a:effectLst/>
        </p:spPr>
        <p:txBody>
          <a:bodyPr wrap="square" lIns="45720" tIns="45709" rIns="45720" bIns="45709" anchor="t"/>
          <a:lstStyle/>
          <a:p>
            <a:pPr algn="l" defTabSz="914174">
              <a:spcBef>
                <a:spcPts val="0"/>
              </a:spcBef>
              <a:spcAft>
                <a:spcPts val="100"/>
              </a:spcAft>
            </a:pPr>
            <a:r>
              <a:rPr lang="en-GB" altLang="en-US" sz="1050" b="1" dirty="0">
                <a:latin typeface="+mj-lt"/>
              </a:rPr>
              <a:t>Gourmet Lovers</a:t>
            </a:r>
            <a:r>
              <a:rPr lang="en-GB" altLang="en-US" sz="1050" dirty="0">
                <a:latin typeface="+mj-lt"/>
                <a:sym typeface="Wingdings" pitchFamily="2" charset="2"/>
              </a:rPr>
              <a:t></a:t>
            </a:r>
            <a:r>
              <a:rPr lang="en-GB" altLang="en-US" sz="1050" dirty="0">
                <a:latin typeface="+mj-lt"/>
              </a:rPr>
              <a:t> This customer group has developed a palette over time </a:t>
            </a:r>
            <a:r>
              <a:rPr lang="en-GB" altLang="en-US" sz="1050" dirty="0">
                <a:latin typeface="+mj-lt"/>
                <a:sym typeface="Wingdings" pitchFamily="2" charset="2"/>
              </a:rPr>
              <a:t></a:t>
            </a:r>
            <a:r>
              <a:rPr lang="en-GB" altLang="en-US" sz="1050" dirty="0">
                <a:latin typeface="+mj-lt"/>
              </a:rPr>
              <a:t> They are well travelled and know their food </a:t>
            </a:r>
            <a:r>
              <a:rPr lang="en-GB" altLang="en-US" sz="1050" dirty="0">
                <a:latin typeface="+mj-lt"/>
                <a:sym typeface="Wingdings" pitchFamily="2" charset="2"/>
              </a:rPr>
              <a:t> </a:t>
            </a:r>
            <a:r>
              <a:rPr lang="en-GB" altLang="en-US" sz="1050" dirty="0">
                <a:latin typeface="+mj-lt"/>
              </a:rPr>
              <a:t>Tend to be slightly older adults who enjoy cooking </a:t>
            </a:r>
            <a:r>
              <a:rPr lang="en-GB" altLang="en-US" sz="1050" dirty="0">
                <a:latin typeface="+mj-lt"/>
                <a:sym typeface="Wingdings" pitchFamily="2" charset="2"/>
              </a:rPr>
              <a:t></a:t>
            </a:r>
            <a:r>
              <a:rPr lang="en-GB" altLang="en-US" sz="1050" dirty="0">
                <a:latin typeface="+mj-lt"/>
              </a:rPr>
              <a:t> Don’t hesitate in venturing out to specialist stores </a:t>
            </a:r>
            <a:r>
              <a:rPr lang="en-GB" altLang="en-US" sz="1050" dirty="0">
                <a:latin typeface="+mj-lt"/>
                <a:sym typeface="Wingdings" pitchFamily="2" charset="2"/>
              </a:rPr>
              <a:t></a:t>
            </a:r>
            <a:endParaRPr lang="en-GB" altLang="en-US" sz="1050" dirty="0">
              <a:latin typeface="+mj-lt"/>
            </a:endParaRPr>
          </a:p>
          <a:p>
            <a:pPr algn="l" defTabSz="914174">
              <a:spcBef>
                <a:spcPts val="0"/>
              </a:spcBef>
              <a:spcAft>
                <a:spcPts val="100"/>
              </a:spcAft>
            </a:pPr>
            <a:r>
              <a:rPr lang="en-GB" altLang="en-US" sz="1050" b="1" dirty="0">
                <a:latin typeface="+mj-lt"/>
              </a:rPr>
              <a:t>Global Organics</a:t>
            </a:r>
            <a:r>
              <a:rPr lang="en-GB" altLang="en-US" sz="1050" dirty="0">
                <a:latin typeface="+mj-lt"/>
              </a:rPr>
              <a:t> </a:t>
            </a:r>
            <a:r>
              <a:rPr lang="en-GB" altLang="en-US" sz="1050" dirty="0">
                <a:latin typeface="+mj-lt"/>
                <a:sym typeface="Wingdings" pitchFamily="2" charset="2"/>
              </a:rPr>
              <a:t> </a:t>
            </a:r>
            <a:r>
              <a:rPr lang="en-GB" altLang="en-US" sz="1050" dirty="0">
                <a:latin typeface="+mj-lt"/>
              </a:rPr>
              <a:t>Environmentally conscious customers who buy lots of organic foods </a:t>
            </a:r>
            <a:r>
              <a:rPr lang="en-GB" altLang="en-US" sz="1050" dirty="0">
                <a:latin typeface="+mj-lt"/>
                <a:sym typeface="Wingdings" pitchFamily="2" charset="2"/>
              </a:rPr>
              <a:t> </a:t>
            </a:r>
            <a:r>
              <a:rPr lang="en-GB" altLang="en-US" sz="1050" dirty="0">
                <a:latin typeface="+mj-lt"/>
              </a:rPr>
              <a:t>They are often experimental cooks who like to cook from scratch </a:t>
            </a:r>
            <a:r>
              <a:rPr lang="en-GB" altLang="en-US" sz="1050" dirty="0">
                <a:latin typeface="+mj-lt"/>
                <a:sym typeface="Wingdings" pitchFamily="2" charset="2"/>
              </a:rPr>
              <a:t> </a:t>
            </a:r>
            <a:r>
              <a:rPr lang="en-GB" altLang="en-US" sz="1050" dirty="0">
                <a:latin typeface="+mj-lt"/>
              </a:rPr>
              <a:t>Influenced by non-conventional cooking techniques</a:t>
            </a:r>
          </a:p>
          <a:p>
            <a:pPr algn="l" defTabSz="914174">
              <a:spcBef>
                <a:spcPts val="0"/>
              </a:spcBef>
              <a:spcAft>
                <a:spcPts val="100"/>
              </a:spcAft>
            </a:pPr>
            <a:r>
              <a:rPr lang="en-GB" altLang="en-US" sz="1050" b="1" dirty="0">
                <a:latin typeface="+mj-lt"/>
              </a:rPr>
              <a:t>Experimentalists</a:t>
            </a:r>
            <a:r>
              <a:rPr lang="en-GB" altLang="en-US" sz="1050" dirty="0">
                <a:latin typeface="+mj-lt"/>
              </a:rPr>
              <a:t> </a:t>
            </a:r>
            <a:r>
              <a:rPr lang="en-GB" altLang="en-US" sz="1050" dirty="0">
                <a:latin typeface="+mj-lt"/>
                <a:sym typeface="Wingdings" pitchFamily="2" charset="2"/>
              </a:rPr>
              <a:t></a:t>
            </a:r>
            <a:r>
              <a:rPr lang="en-GB" altLang="en-US" sz="1050" dirty="0">
                <a:latin typeface="+mj-lt"/>
              </a:rPr>
              <a:t> First ones to try novel and exotic things </a:t>
            </a:r>
            <a:r>
              <a:rPr lang="en-GB" altLang="en-US" sz="1050" dirty="0">
                <a:latin typeface="+mj-lt"/>
                <a:sym typeface="Wingdings" pitchFamily="2" charset="2"/>
              </a:rPr>
              <a:t></a:t>
            </a:r>
            <a:r>
              <a:rPr lang="en-GB" altLang="en-US" sz="1050" dirty="0">
                <a:latin typeface="+mj-lt"/>
              </a:rPr>
              <a:t> Appreciate fine food  and like to cook at home as well </a:t>
            </a:r>
            <a:r>
              <a:rPr lang="en-GB" altLang="en-US" sz="1050" dirty="0">
                <a:latin typeface="+mj-lt"/>
                <a:sym typeface="Wingdings" pitchFamily="2" charset="2"/>
              </a:rPr>
              <a:t></a:t>
            </a:r>
            <a:r>
              <a:rPr lang="en-GB" altLang="en-US" sz="1050" dirty="0">
                <a:latin typeface="+mj-lt"/>
              </a:rPr>
              <a:t> Buy from a wide range of food.</a:t>
            </a:r>
          </a:p>
        </p:txBody>
      </p:sp>
      <p:sp>
        <p:nvSpPr>
          <p:cNvPr id="44" name="Text Box 13"/>
          <p:cNvSpPr txBox="1">
            <a:spLocks noChangeArrowheads="1"/>
          </p:cNvSpPr>
          <p:nvPr/>
        </p:nvSpPr>
        <p:spPr bwMode="auto">
          <a:xfrm>
            <a:off x="361950" y="5306699"/>
            <a:ext cx="2178050" cy="182880"/>
          </a:xfrm>
          <a:prstGeom prst="rect">
            <a:avLst/>
          </a:prstGeom>
          <a:solidFill>
            <a:schemeClr val="tx1">
              <a:lumMod val="50000"/>
              <a:lumOff val="50000"/>
            </a:schemeClr>
          </a:solidFill>
          <a:ln>
            <a:noFill/>
          </a:ln>
          <a:effectLst/>
        </p:spPr>
        <p:txBody>
          <a:bodyPr lIns="91417" tIns="0" rIns="91417" bIns="0" anchor="ctr">
            <a:noAutofit/>
          </a:bodyPr>
          <a:lstStyle/>
          <a:p>
            <a:pPr defTabSz="914174">
              <a:lnSpc>
                <a:spcPct val="80000"/>
              </a:lnSpc>
            </a:pPr>
            <a:r>
              <a:rPr lang="en-GB" altLang="en-US" b="1" dirty="0">
                <a:solidFill>
                  <a:schemeClr val="bg1"/>
                </a:solidFill>
                <a:latin typeface="+mj-lt"/>
              </a:rPr>
              <a:t>Delicatessen Diners</a:t>
            </a:r>
          </a:p>
        </p:txBody>
      </p:sp>
    </p:spTree>
    <p:extLst>
      <p:ext uri="{BB962C8B-B14F-4D97-AF65-F5344CB8AC3E}">
        <p14:creationId xmlns:p14="http://schemas.microsoft.com/office/powerpoint/2010/main" val="3908893065"/>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274638"/>
            <a:ext cx="8686801" cy="677862"/>
          </a:xfrm>
        </p:spPr>
        <p:txBody>
          <a:bodyPr>
            <a:noAutofit/>
          </a:bodyPr>
          <a:lstStyle/>
          <a:p>
            <a:r>
              <a:rPr lang="en-US" sz="2400" dirty="0"/>
              <a:t>Most frequent complaint from clients/stakeholders- we get tables,</a:t>
            </a:r>
            <a:br>
              <a:rPr lang="en-US" sz="2400" dirty="0"/>
            </a:br>
            <a:r>
              <a:rPr lang="en-US" sz="2400" dirty="0"/>
              <a:t>charts and models but little insights and recommendations</a:t>
            </a:r>
          </a:p>
        </p:txBody>
      </p:sp>
      <p:sp>
        <p:nvSpPr>
          <p:cNvPr id="3" name="Content Placeholder 2"/>
          <p:cNvSpPr>
            <a:spLocks noGrp="1"/>
          </p:cNvSpPr>
          <p:nvPr>
            <p:ph idx="1"/>
          </p:nvPr>
        </p:nvSpPr>
        <p:spPr/>
        <p:txBody>
          <a:bodyPr>
            <a:normAutofit fontScale="77500" lnSpcReduction="20000"/>
          </a:bodyPr>
          <a:lstStyle/>
          <a:p>
            <a:r>
              <a:rPr lang="en-US" dirty="0"/>
              <a:t>1. Look at the different elements of your data and think how it is useful for a retailer</a:t>
            </a:r>
          </a:p>
          <a:p>
            <a:endParaRPr lang="en-US" dirty="0"/>
          </a:p>
          <a:p>
            <a:r>
              <a:rPr lang="en-US" dirty="0"/>
              <a:t>2.Does he want to know more about his stores and how they are performing ?</a:t>
            </a:r>
          </a:p>
          <a:p>
            <a:endParaRPr lang="en-US" dirty="0"/>
          </a:p>
          <a:p>
            <a:r>
              <a:rPr lang="en-US" dirty="0"/>
              <a:t>3. Will he be interested in knowing consumer behavior ?</a:t>
            </a:r>
          </a:p>
          <a:p>
            <a:endParaRPr lang="en-US" dirty="0"/>
          </a:p>
          <a:p>
            <a:r>
              <a:rPr lang="en-US" dirty="0"/>
              <a:t>4. Which categories are doing well and which categories are not ?</a:t>
            </a:r>
          </a:p>
          <a:p>
            <a:endParaRPr lang="en-US" dirty="0"/>
          </a:p>
          <a:p>
            <a:r>
              <a:rPr lang="en-US" dirty="0"/>
              <a:t>5. Which brands are doing well in my stores and which are not ?</a:t>
            </a:r>
          </a:p>
          <a:p>
            <a:endParaRPr lang="en-US" dirty="0"/>
          </a:p>
          <a:p>
            <a:r>
              <a:rPr lang="en-US" dirty="0"/>
              <a:t>6.  Analysis using the data</a:t>
            </a:r>
          </a:p>
          <a:p>
            <a:pPr lvl="1"/>
            <a:r>
              <a:rPr lang="en-US" dirty="0"/>
              <a:t>Store level ( build it with the class)</a:t>
            </a:r>
          </a:p>
          <a:p>
            <a:pPr lvl="1"/>
            <a:r>
              <a:rPr lang="en-US" dirty="0"/>
              <a:t>Brand level</a:t>
            </a:r>
          </a:p>
          <a:p>
            <a:pPr lvl="1"/>
            <a:r>
              <a:rPr lang="en-US" dirty="0"/>
              <a:t>Category level</a:t>
            </a:r>
          </a:p>
          <a:p>
            <a:pPr lvl="1"/>
            <a:r>
              <a:rPr lang="en-US" dirty="0"/>
              <a:t>Customer segment level</a:t>
            </a:r>
          </a:p>
        </p:txBody>
      </p:sp>
    </p:spTree>
    <p:extLst>
      <p:ext uri="{BB962C8B-B14F-4D97-AF65-F5344CB8AC3E}">
        <p14:creationId xmlns:p14="http://schemas.microsoft.com/office/powerpoint/2010/main" val="2862714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1" end="11"/>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2" end="12"/>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3" end="13"/>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Create Insights and prepare a dashboard from the loyalty data set</a:t>
            </a:r>
          </a:p>
        </p:txBody>
      </p:sp>
      <p:sp>
        <p:nvSpPr>
          <p:cNvPr id="4" name="Content Placeholder 3"/>
          <p:cNvSpPr txBox="1">
            <a:spLocks noGrp="1"/>
          </p:cNvSpPr>
          <p:nvPr>
            <p:ph idx="1"/>
          </p:nvPr>
        </p:nvSpPr>
        <p:spPr>
          <a:prstGeom prst="rect">
            <a:avLst/>
          </a:prstGeom>
          <a:noFill/>
        </p:spPr>
        <p:txBody>
          <a:bodyPr wrap="none" rtlCol="0">
            <a:spAutoFit/>
          </a:bodyPr>
          <a:lstStyle/>
          <a:p>
            <a:pPr marL="285750" indent="-285750">
              <a:buFont typeface="Arial" panose="020B0604020202020204" pitchFamily="34" charset="0"/>
              <a:buChar char="•"/>
            </a:pPr>
            <a:r>
              <a:rPr lang="en-US" dirty="0"/>
              <a:t>Enterprise level dashboards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Store level dashboards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Consumer level dashboards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Vendor dashboards/scorecards</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943938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Survey – some points to remember</a:t>
            </a:r>
          </a:p>
        </p:txBody>
      </p:sp>
      <p:sp>
        <p:nvSpPr>
          <p:cNvPr id="3" name="Content Placeholder 2"/>
          <p:cNvSpPr>
            <a:spLocks noGrp="1"/>
          </p:cNvSpPr>
          <p:nvPr>
            <p:ph idx="1"/>
          </p:nvPr>
        </p:nvSpPr>
        <p:spPr/>
        <p:txBody>
          <a:bodyPr/>
          <a:lstStyle/>
          <a:p>
            <a:endParaRPr lang="en-US" dirty="0"/>
          </a:p>
          <a:p>
            <a:pPr>
              <a:buFont typeface="Arial" panose="020B0604020202020204" pitchFamily="34" charset="0"/>
              <a:buChar char="•"/>
            </a:pPr>
            <a:r>
              <a:rPr lang="en-US" b="1" dirty="0"/>
              <a:t>Establishing the Aim(s) of Your Research</a:t>
            </a:r>
          </a:p>
          <a:p>
            <a:pPr lvl="1">
              <a:buFont typeface="Arial" panose="020B0604020202020204" pitchFamily="34" charset="0"/>
              <a:buChar char="•"/>
            </a:pPr>
            <a:r>
              <a:rPr lang="en-US" dirty="0"/>
              <a:t>If your research is too broad, you will have to ask too many questions; too narrow and you will not be researching the topic thoroughly enough</a:t>
            </a:r>
          </a:p>
          <a:p>
            <a:pPr>
              <a:buFont typeface="Arial" panose="020B0604020202020204" pitchFamily="34" charset="0"/>
              <a:buChar char="•"/>
            </a:pPr>
            <a:r>
              <a:rPr lang="en-US" b="1" dirty="0"/>
              <a:t>Determining Your Sample Group</a:t>
            </a:r>
          </a:p>
          <a:p>
            <a:pPr marL="914400" lvl="1" indent="-514350">
              <a:buFont typeface="+mj-lt"/>
              <a:buAutoNum type="arabicPeriod"/>
            </a:pPr>
            <a:r>
              <a:rPr lang="en-US" dirty="0"/>
              <a:t>Random selections from a stratified sample</a:t>
            </a:r>
          </a:p>
          <a:p>
            <a:pPr marL="914400" lvl="1" indent="-514350">
              <a:buFont typeface="+mj-lt"/>
              <a:buAutoNum type="arabicPeriod"/>
            </a:pPr>
            <a:r>
              <a:rPr lang="en-US" dirty="0"/>
              <a:t>Pure random sample (utopian in a large data scenario)</a:t>
            </a:r>
          </a:p>
          <a:p>
            <a:pPr marL="400050" lvl="1" indent="0">
              <a:buNone/>
            </a:pPr>
            <a:endParaRPr lang="en-US" dirty="0"/>
          </a:p>
          <a:p>
            <a:pPr marL="342900" lvl="1" indent="-342900">
              <a:buFont typeface="Arial" panose="020B0604020202020204" pitchFamily="34" charset="0"/>
              <a:buChar char="•"/>
            </a:pPr>
            <a:r>
              <a:rPr lang="en-US" sz="2800" b="1" dirty="0"/>
              <a:t>Methodology</a:t>
            </a:r>
          </a:p>
          <a:p>
            <a:pPr lvl="1" indent="-342900">
              <a:buFont typeface="Arial" panose="020B0604020202020204" pitchFamily="34" charset="0"/>
              <a:buChar char="•"/>
            </a:pPr>
            <a:r>
              <a:rPr lang="en-US" dirty="0"/>
              <a:t>Face to face</a:t>
            </a:r>
          </a:p>
          <a:p>
            <a:pPr lvl="1" indent="-342900">
              <a:buFont typeface="Arial" panose="020B0604020202020204" pitchFamily="34" charset="0"/>
              <a:buChar char="•"/>
            </a:pPr>
            <a:r>
              <a:rPr lang="en-US" dirty="0"/>
              <a:t>Mail</a:t>
            </a:r>
          </a:p>
        </p:txBody>
      </p:sp>
    </p:spTree>
    <p:extLst>
      <p:ext uri="{BB962C8B-B14F-4D97-AF65-F5344CB8AC3E}">
        <p14:creationId xmlns:p14="http://schemas.microsoft.com/office/powerpoint/2010/main" val="17904118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7"/>
          <p:cNvGrpSpPr>
            <a:grpSpLocks/>
          </p:cNvGrpSpPr>
          <p:nvPr/>
        </p:nvGrpSpPr>
        <p:grpSpPr bwMode="auto">
          <a:xfrm>
            <a:off x="3727090" y="5310845"/>
            <a:ext cx="1689820" cy="1392237"/>
            <a:chOff x="96" y="3312"/>
            <a:chExt cx="720" cy="877"/>
          </a:xfrm>
        </p:grpSpPr>
        <p:graphicFrame>
          <p:nvGraphicFramePr>
            <p:cNvPr id="174089" name="Object 9"/>
            <p:cNvGraphicFramePr>
              <a:graphicFrameLocks noChangeAspect="1"/>
            </p:cNvGraphicFramePr>
            <p:nvPr/>
          </p:nvGraphicFramePr>
          <p:xfrm>
            <a:off x="179" y="3312"/>
            <a:ext cx="553" cy="519"/>
          </p:xfrm>
          <a:graphic>
            <a:graphicData uri="http://schemas.openxmlformats.org/presentationml/2006/ole">
              <mc:AlternateContent xmlns:mc="http://schemas.openxmlformats.org/markup-compatibility/2006">
                <mc:Choice xmlns:v="urn:schemas-microsoft-com:vml" Requires="v">
                  <p:oleObj spid="_x0000_s6175" name="Photo Editor Photo" r:id="rId4" imgW="1905266" imgH="2523810" progId="">
                    <p:embed/>
                  </p:oleObj>
                </mc:Choice>
                <mc:Fallback>
                  <p:oleObj name="Photo Editor Photo" r:id="rId4" imgW="1905266" imgH="2523810" progId="">
                    <p:embed/>
                    <p:pic>
                      <p:nvPicPr>
                        <p:cNvPr id="174089"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9" y="3312"/>
                          <a:ext cx="553" cy="519"/>
                        </a:xfrm>
                        <a:prstGeom prst="rect">
                          <a:avLst/>
                        </a:prstGeom>
                        <a:noFill/>
                        <a:ln w="9525">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4152" name="Text Box 9"/>
            <p:cNvSpPr txBox="1">
              <a:spLocks noChangeArrowheads="1"/>
            </p:cNvSpPr>
            <p:nvPr/>
          </p:nvSpPr>
          <p:spPr bwMode="auto">
            <a:xfrm>
              <a:off x="96" y="3821"/>
              <a:ext cx="720" cy="368"/>
            </a:xfrm>
            <a:prstGeom prst="rect">
              <a:avLst/>
            </a:prstGeom>
            <a:noFill/>
            <a:ln w="9525">
              <a:noFill/>
              <a:miter lim="800000"/>
              <a:headEnd/>
              <a:tailEnd/>
            </a:ln>
          </p:spPr>
          <p:txBody>
            <a:bodyPr>
              <a:spAutoFit/>
            </a:bodyPr>
            <a:lstStyle/>
            <a:p>
              <a:pPr algn="ctr">
                <a:spcBef>
                  <a:spcPct val="50000"/>
                </a:spcBef>
              </a:pPr>
              <a:r>
                <a:rPr lang="en-US" sz="1600" b="0" dirty="0">
                  <a:latin typeface="+mn-lt"/>
                </a:rPr>
                <a:t>Mail House</a:t>
              </a:r>
              <a:br>
                <a:rPr lang="en-US" sz="1600" b="0" dirty="0">
                  <a:latin typeface="+mn-lt"/>
                </a:rPr>
              </a:br>
              <a:r>
                <a:rPr lang="en-US" sz="1600" b="0" dirty="0">
                  <a:latin typeface="+mn-lt"/>
                </a:rPr>
                <a:t>Intimation</a:t>
              </a:r>
            </a:p>
          </p:txBody>
        </p:sp>
      </p:grpSp>
      <p:pic>
        <p:nvPicPr>
          <p:cNvPr id="174093" name="Picture 10" descr="tech_data-02"/>
          <p:cNvPicPr>
            <a:picLocks noChangeAspect="1" noChangeArrowheads="1"/>
          </p:cNvPicPr>
          <p:nvPr/>
        </p:nvPicPr>
        <p:blipFill>
          <a:blip r:embed="rId6" cstate="print"/>
          <a:srcRect/>
          <a:stretch>
            <a:fillRect/>
          </a:stretch>
        </p:blipFill>
        <p:spPr bwMode="auto">
          <a:xfrm>
            <a:off x="807421" y="4229386"/>
            <a:ext cx="941387" cy="895350"/>
          </a:xfrm>
          <a:prstGeom prst="rect">
            <a:avLst/>
          </a:prstGeom>
          <a:noFill/>
          <a:ln w="9525">
            <a:noFill/>
            <a:miter lim="800000"/>
            <a:headEnd/>
            <a:tailEnd/>
          </a:ln>
        </p:spPr>
      </p:pic>
      <p:pic>
        <p:nvPicPr>
          <p:cNvPr id="174100" name="Picture 33" descr="certi"/>
          <p:cNvPicPr>
            <a:picLocks noChangeAspect="1" noChangeArrowheads="1"/>
          </p:cNvPicPr>
          <p:nvPr/>
        </p:nvPicPr>
        <p:blipFill>
          <a:blip r:embed="rId7" cstate="print"/>
          <a:srcRect/>
          <a:stretch>
            <a:fillRect/>
          </a:stretch>
        </p:blipFill>
        <p:spPr bwMode="auto">
          <a:xfrm>
            <a:off x="2114080" y="1278320"/>
            <a:ext cx="1524000" cy="1114425"/>
          </a:xfrm>
          <a:prstGeom prst="rect">
            <a:avLst/>
          </a:prstGeom>
          <a:noFill/>
          <a:ln w="9525">
            <a:noFill/>
            <a:miter lim="800000"/>
            <a:headEnd/>
            <a:tailEnd/>
          </a:ln>
        </p:spPr>
      </p:pic>
      <p:sp>
        <p:nvSpPr>
          <p:cNvPr id="174101" name="Rectangle 34"/>
          <p:cNvSpPr>
            <a:spLocks noChangeArrowheads="1"/>
          </p:cNvSpPr>
          <p:nvPr/>
        </p:nvSpPr>
        <p:spPr bwMode="auto">
          <a:xfrm>
            <a:off x="412474" y="1418935"/>
            <a:ext cx="2649945" cy="1003352"/>
          </a:xfrm>
          <a:prstGeom prst="rect">
            <a:avLst/>
          </a:prstGeom>
          <a:noFill/>
          <a:ln w="9525">
            <a:noFill/>
            <a:miter lim="800000"/>
            <a:headEnd/>
            <a:tailEnd/>
          </a:ln>
        </p:spPr>
        <p:txBody>
          <a:bodyPr wrap="square">
            <a:spAutoFit/>
          </a:bodyPr>
          <a:lstStyle/>
          <a:p>
            <a:pPr>
              <a:lnSpc>
                <a:spcPct val="90000"/>
              </a:lnSpc>
              <a:spcBef>
                <a:spcPct val="50000"/>
              </a:spcBef>
              <a:buFontTx/>
              <a:buChar char="•"/>
            </a:pPr>
            <a:r>
              <a:rPr lang="en-US" sz="1600" b="0" dirty="0">
                <a:latin typeface="Calibri" pitchFamily="34" charset="0"/>
              </a:rPr>
              <a:t> Campaign Details</a:t>
            </a:r>
          </a:p>
          <a:p>
            <a:pPr>
              <a:lnSpc>
                <a:spcPct val="90000"/>
              </a:lnSpc>
              <a:spcBef>
                <a:spcPct val="50000"/>
              </a:spcBef>
              <a:buFontTx/>
              <a:buChar char="•"/>
            </a:pPr>
            <a:r>
              <a:rPr lang="en-US" sz="1600" b="0" dirty="0">
                <a:latin typeface="Calibri" pitchFamily="34" charset="0"/>
              </a:rPr>
              <a:t> DM Costs </a:t>
            </a:r>
          </a:p>
          <a:p>
            <a:pPr>
              <a:lnSpc>
                <a:spcPct val="90000"/>
              </a:lnSpc>
              <a:spcBef>
                <a:spcPct val="50000"/>
              </a:spcBef>
              <a:buFontTx/>
              <a:buChar char="•"/>
            </a:pPr>
            <a:r>
              <a:rPr lang="en-US" sz="1600" b="0" dirty="0">
                <a:latin typeface="Calibri" pitchFamily="34" charset="0"/>
              </a:rPr>
              <a:t> Post Campaign Expectations</a:t>
            </a:r>
          </a:p>
        </p:txBody>
      </p:sp>
      <p:sp>
        <p:nvSpPr>
          <p:cNvPr id="174102" name="Text Box 35"/>
          <p:cNvSpPr txBox="1">
            <a:spLocks noChangeArrowheads="1"/>
          </p:cNvSpPr>
          <p:nvPr/>
        </p:nvSpPr>
        <p:spPr bwMode="auto">
          <a:xfrm>
            <a:off x="412475" y="1100825"/>
            <a:ext cx="1524000" cy="286232"/>
          </a:xfrm>
          <a:prstGeom prst="rect">
            <a:avLst/>
          </a:prstGeom>
          <a:noFill/>
          <a:ln w="9525">
            <a:noFill/>
            <a:miter lim="800000"/>
            <a:headEnd/>
            <a:tailEnd/>
          </a:ln>
        </p:spPr>
        <p:txBody>
          <a:bodyPr>
            <a:spAutoFit/>
          </a:bodyPr>
          <a:lstStyle/>
          <a:p>
            <a:pPr>
              <a:lnSpc>
                <a:spcPct val="90000"/>
              </a:lnSpc>
              <a:spcBef>
                <a:spcPct val="50000"/>
              </a:spcBef>
            </a:pPr>
            <a:r>
              <a:rPr lang="en-US" sz="1400" b="1" dirty="0"/>
              <a:t>Campaign Brief</a:t>
            </a:r>
          </a:p>
        </p:txBody>
      </p:sp>
      <p:sp>
        <p:nvSpPr>
          <p:cNvPr id="174116" name="AutoShape 36"/>
          <p:cNvSpPr>
            <a:spLocks noChangeArrowheads="1"/>
          </p:cNvSpPr>
          <p:nvPr/>
        </p:nvSpPr>
        <p:spPr bwMode="auto">
          <a:xfrm>
            <a:off x="3842304" y="1623965"/>
            <a:ext cx="1036935" cy="381000"/>
          </a:xfrm>
          <a:prstGeom prst="rightArrow">
            <a:avLst>
              <a:gd name="adj1" fmla="val 50000"/>
              <a:gd name="adj2" fmla="val 25000"/>
            </a:avLst>
          </a:prstGeom>
          <a:solidFill>
            <a:schemeClr val="hlink"/>
          </a:solidFill>
          <a:ln w="9525">
            <a:solidFill>
              <a:schemeClr val="tx1"/>
            </a:solidFill>
            <a:miter lim="800000"/>
            <a:headEnd/>
            <a:tailEnd/>
          </a:ln>
          <a:effectLst>
            <a:outerShdw dist="107763" dir="2700000" algn="ctr" rotWithShape="0">
              <a:schemeClr val="bg2"/>
            </a:outerShdw>
          </a:effectLst>
        </p:spPr>
        <p:txBody>
          <a:bodyPr wrap="none" anchor="ctr"/>
          <a:lstStyle/>
          <a:p>
            <a:pPr>
              <a:defRPr/>
            </a:pPr>
            <a:endParaRPr lang="en-US" dirty="0"/>
          </a:p>
        </p:txBody>
      </p:sp>
      <p:grpSp>
        <p:nvGrpSpPr>
          <p:cNvPr id="3" name="Group 61"/>
          <p:cNvGrpSpPr>
            <a:grpSpLocks/>
          </p:cNvGrpSpPr>
          <p:nvPr/>
        </p:nvGrpSpPr>
        <p:grpSpPr bwMode="auto">
          <a:xfrm>
            <a:off x="4955566" y="1200900"/>
            <a:ext cx="3529013" cy="3079751"/>
            <a:chOff x="3215" y="600"/>
            <a:chExt cx="2223" cy="1940"/>
          </a:xfrm>
        </p:grpSpPr>
        <p:grpSp>
          <p:nvGrpSpPr>
            <p:cNvPr id="4" name="Group 62"/>
            <p:cNvGrpSpPr>
              <a:grpSpLocks/>
            </p:cNvGrpSpPr>
            <p:nvPr/>
          </p:nvGrpSpPr>
          <p:grpSpPr bwMode="auto">
            <a:xfrm>
              <a:off x="3264" y="770"/>
              <a:ext cx="2174" cy="1770"/>
              <a:chOff x="3456" y="637"/>
              <a:chExt cx="2174" cy="1770"/>
            </a:xfrm>
          </p:grpSpPr>
          <p:pic>
            <p:nvPicPr>
              <p:cNvPr id="174126" name="Picture 63" descr="ScheduleMoney"/>
              <p:cNvPicPr>
                <a:picLocks noChangeAspect="1" noChangeArrowheads="1"/>
              </p:cNvPicPr>
              <p:nvPr/>
            </p:nvPicPr>
            <p:blipFill>
              <a:blip r:embed="rId8" cstate="print"/>
              <a:srcRect/>
              <a:stretch>
                <a:fillRect/>
              </a:stretch>
            </p:blipFill>
            <p:spPr bwMode="auto">
              <a:xfrm>
                <a:off x="4980" y="637"/>
                <a:ext cx="650" cy="541"/>
              </a:xfrm>
              <a:prstGeom prst="rect">
                <a:avLst/>
              </a:prstGeom>
              <a:noFill/>
              <a:ln w="9525">
                <a:noFill/>
                <a:miter lim="800000"/>
                <a:headEnd/>
                <a:tailEnd/>
              </a:ln>
            </p:spPr>
          </p:pic>
          <p:sp>
            <p:nvSpPr>
              <p:cNvPr id="174127" name="Rectangle 64"/>
              <p:cNvSpPr>
                <a:spLocks noChangeArrowheads="1"/>
              </p:cNvSpPr>
              <p:nvPr/>
            </p:nvSpPr>
            <p:spPr bwMode="auto">
              <a:xfrm>
                <a:off x="3456" y="782"/>
                <a:ext cx="1392" cy="1625"/>
              </a:xfrm>
              <a:prstGeom prst="rect">
                <a:avLst/>
              </a:prstGeom>
              <a:noFill/>
              <a:ln w="9525">
                <a:noFill/>
                <a:miter lim="800000"/>
                <a:headEnd/>
                <a:tailEnd/>
              </a:ln>
            </p:spPr>
            <p:txBody>
              <a:bodyPr>
                <a:spAutoFit/>
              </a:bodyPr>
              <a:lstStyle/>
              <a:p>
                <a:pPr>
                  <a:lnSpc>
                    <a:spcPct val="90000"/>
                  </a:lnSpc>
                  <a:spcBef>
                    <a:spcPct val="50000"/>
                  </a:spcBef>
                  <a:buFontTx/>
                  <a:buChar char="•"/>
                </a:pPr>
                <a:r>
                  <a:rPr lang="en-US" sz="1600" b="0" dirty="0">
                    <a:latin typeface="Calibri" pitchFamily="34" charset="0"/>
                  </a:rPr>
                  <a:t>Random Population selected based on availability of budgets</a:t>
                </a:r>
              </a:p>
              <a:p>
                <a:pPr>
                  <a:lnSpc>
                    <a:spcPct val="90000"/>
                  </a:lnSpc>
                  <a:spcBef>
                    <a:spcPct val="50000"/>
                  </a:spcBef>
                  <a:buFontTx/>
                  <a:buChar char="•"/>
                </a:pPr>
                <a:r>
                  <a:rPr lang="en-US" sz="1600" dirty="0">
                    <a:latin typeface="Calibri" pitchFamily="34" charset="0"/>
                  </a:rPr>
                  <a:t>No selection criteria used</a:t>
                </a:r>
              </a:p>
              <a:p>
                <a:pPr>
                  <a:lnSpc>
                    <a:spcPct val="90000"/>
                  </a:lnSpc>
                  <a:spcBef>
                    <a:spcPct val="50000"/>
                  </a:spcBef>
                  <a:buFontTx/>
                  <a:buChar char="•"/>
                </a:pPr>
                <a:r>
                  <a:rPr lang="en-US" sz="1600" dirty="0">
                    <a:latin typeface="Calibri" pitchFamily="34" charset="0"/>
                  </a:rPr>
                  <a:t>Anyone in the prospect pool can get an email</a:t>
                </a:r>
              </a:p>
              <a:p>
                <a:pPr>
                  <a:lnSpc>
                    <a:spcPct val="90000"/>
                  </a:lnSpc>
                  <a:spcBef>
                    <a:spcPct val="50000"/>
                  </a:spcBef>
                  <a:buFontTx/>
                  <a:buChar char="•"/>
                </a:pPr>
                <a:endParaRPr lang="en-US" sz="1600" b="0" dirty="0">
                  <a:latin typeface="Calibri" pitchFamily="34" charset="0"/>
                </a:endParaRPr>
              </a:p>
              <a:p>
                <a:pPr>
                  <a:lnSpc>
                    <a:spcPct val="90000"/>
                  </a:lnSpc>
                  <a:spcBef>
                    <a:spcPct val="50000"/>
                  </a:spcBef>
                  <a:buFontTx/>
                  <a:buChar char="•"/>
                </a:pPr>
                <a:endParaRPr lang="en-US" sz="1600" b="0" dirty="0">
                  <a:latin typeface="Calibri" pitchFamily="34" charset="0"/>
                </a:endParaRPr>
              </a:p>
            </p:txBody>
          </p:sp>
        </p:grpSp>
        <p:sp>
          <p:nvSpPr>
            <p:cNvPr id="174125" name="Rectangle 65"/>
            <p:cNvSpPr>
              <a:spLocks noChangeArrowheads="1"/>
            </p:cNvSpPr>
            <p:nvPr/>
          </p:nvSpPr>
          <p:spPr bwMode="auto">
            <a:xfrm>
              <a:off x="3215" y="600"/>
              <a:ext cx="1932" cy="302"/>
            </a:xfrm>
            <a:prstGeom prst="rect">
              <a:avLst/>
            </a:prstGeom>
            <a:noFill/>
            <a:ln w="9525">
              <a:noFill/>
              <a:miter lim="800000"/>
              <a:headEnd/>
              <a:tailEnd/>
            </a:ln>
          </p:spPr>
          <p:txBody>
            <a:bodyPr wrap="none">
              <a:spAutoFit/>
            </a:bodyPr>
            <a:lstStyle/>
            <a:p>
              <a:pPr>
                <a:lnSpc>
                  <a:spcPct val="90000"/>
                </a:lnSpc>
                <a:spcBef>
                  <a:spcPct val="50000"/>
                </a:spcBef>
              </a:pPr>
              <a:r>
                <a:rPr lang="en-US" sz="1400" b="1" dirty="0"/>
                <a:t>  Campaign Planning, Scheduling</a:t>
              </a:r>
              <a:br>
                <a:rPr lang="en-US" sz="1400" b="1" dirty="0"/>
              </a:br>
              <a:r>
                <a:rPr lang="en-US" sz="1400" b="1" dirty="0"/>
                <a:t>  and Documentation</a:t>
              </a:r>
            </a:p>
          </p:txBody>
        </p:sp>
      </p:grpSp>
      <p:sp>
        <p:nvSpPr>
          <p:cNvPr id="174149" name="AutoShape 69"/>
          <p:cNvSpPr>
            <a:spLocks noChangeArrowheads="1"/>
          </p:cNvSpPr>
          <p:nvPr/>
        </p:nvSpPr>
        <p:spPr bwMode="auto">
          <a:xfrm flipV="1">
            <a:off x="7106730" y="2660900"/>
            <a:ext cx="685800" cy="609600"/>
          </a:xfrm>
          <a:custGeom>
            <a:avLst/>
            <a:gdLst>
              <a:gd name="G0" fmla="+- 9257 0 0"/>
              <a:gd name="G1" fmla="+- 18514 0 0"/>
              <a:gd name="G2" fmla="+- 7200 0 0"/>
              <a:gd name="G3" fmla="*/ 9257 1 2"/>
              <a:gd name="G4" fmla="+- G3 10800 0"/>
              <a:gd name="G5" fmla="+- 21600 9257 18514"/>
              <a:gd name="G6" fmla="+- 18514 7200 0"/>
              <a:gd name="G7" fmla="*/ G6 1 2"/>
              <a:gd name="G8" fmla="*/ 18514 2 1"/>
              <a:gd name="G9" fmla="+- G8 0 21600"/>
              <a:gd name="G10" fmla="*/ 21600 G0 G1"/>
              <a:gd name="G11" fmla="*/ 21600 G4 G1"/>
              <a:gd name="G12" fmla="*/ 21600 G5 G1"/>
              <a:gd name="G13" fmla="*/ 21600 G7 G1"/>
              <a:gd name="G14" fmla="*/ 18514 1 2"/>
              <a:gd name="G15" fmla="+- G5 0 G4"/>
              <a:gd name="G16" fmla="+- G0 0 G4"/>
              <a:gd name="G17" fmla="*/ G2 G15 G16"/>
              <a:gd name="T0" fmla="*/ 15429 w 21600"/>
              <a:gd name="T1" fmla="*/ 0 h 21600"/>
              <a:gd name="T2" fmla="*/ 9257 w 21600"/>
              <a:gd name="T3" fmla="*/ 7200 h 21600"/>
              <a:gd name="T4" fmla="*/ 0 w 21600"/>
              <a:gd name="T5" fmla="*/ 18001 h 21600"/>
              <a:gd name="T6" fmla="*/ 9257 w 21600"/>
              <a:gd name="T7" fmla="*/ 21600 h 21600"/>
              <a:gd name="T8" fmla="*/ 18514 w 21600"/>
              <a:gd name="T9" fmla="*/ 15000 h 21600"/>
              <a:gd name="T10" fmla="*/ 21600 w 21600"/>
              <a:gd name="T11" fmla="*/ 7200 h 21600"/>
              <a:gd name="T12" fmla="*/ 17694720 60000 65536"/>
              <a:gd name="T13" fmla="*/ 11796480 60000 65536"/>
              <a:gd name="T14" fmla="*/ 11796480 60000 65536"/>
              <a:gd name="T15" fmla="*/ 5898240 60000 65536"/>
              <a:gd name="T16" fmla="*/ 0 60000 65536"/>
              <a:gd name="T17" fmla="*/ 0 60000 65536"/>
              <a:gd name="T18" fmla="*/ 0 w 21600"/>
              <a:gd name="T19" fmla="*/ G12 h 21600"/>
              <a:gd name="T20" fmla="*/ G1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429" y="0"/>
                </a:moveTo>
                <a:lnTo>
                  <a:pt x="9257" y="7200"/>
                </a:lnTo>
                <a:lnTo>
                  <a:pt x="12343" y="7200"/>
                </a:lnTo>
                <a:lnTo>
                  <a:pt x="12343" y="14400"/>
                </a:lnTo>
                <a:lnTo>
                  <a:pt x="0" y="14400"/>
                </a:lnTo>
                <a:lnTo>
                  <a:pt x="0" y="21600"/>
                </a:lnTo>
                <a:lnTo>
                  <a:pt x="18514" y="21600"/>
                </a:lnTo>
                <a:lnTo>
                  <a:pt x="18514" y="7200"/>
                </a:lnTo>
                <a:lnTo>
                  <a:pt x="21600" y="7200"/>
                </a:lnTo>
                <a:close/>
              </a:path>
            </a:pathLst>
          </a:custGeom>
          <a:solidFill>
            <a:schemeClr val="hlink"/>
          </a:solidFill>
          <a:ln w="9525">
            <a:solidFill>
              <a:schemeClr val="tx1"/>
            </a:solidFill>
            <a:miter lim="800000"/>
            <a:headEnd/>
            <a:tailEnd/>
          </a:ln>
          <a:effectLst>
            <a:outerShdw dist="107763" dir="2700000" algn="ctr" rotWithShape="0">
              <a:schemeClr val="bg2"/>
            </a:outerShdw>
          </a:effectLst>
        </p:spPr>
        <p:txBody>
          <a:bodyPr wrap="none" anchor="ctr"/>
          <a:lstStyle/>
          <a:p>
            <a:pPr>
              <a:defRPr/>
            </a:pPr>
            <a:endParaRPr lang="en-US" dirty="0"/>
          </a:p>
        </p:txBody>
      </p:sp>
      <p:sp>
        <p:nvSpPr>
          <p:cNvPr id="174160" name="AutoShape 80"/>
          <p:cNvSpPr>
            <a:spLocks noChangeArrowheads="1"/>
          </p:cNvSpPr>
          <p:nvPr/>
        </p:nvSpPr>
        <p:spPr bwMode="auto">
          <a:xfrm rot="10800000" flipV="1">
            <a:off x="693095" y="5426060"/>
            <a:ext cx="1843440" cy="768100"/>
          </a:xfrm>
          <a:custGeom>
            <a:avLst/>
            <a:gdLst>
              <a:gd name="G0" fmla="+- 9257 0 0"/>
              <a:gd name="G1" fmla="+- 18514 0 0"/>
              <a:gd name="G2" fmla="+- 7200 0 0"/>
              <a:gd name="G3" fmla="*/ 9257 1 2"/>
              <a:gd name="G4" fmla="+- G3 10800 0"/>
              <a:gd name="G5" fmla="+- 21600 9257 18514"/>
              <a:gd name="G6" fmla="+- 18514 7200 0"/>
              <a:gd name="G7" fmla="*/ G6 1 2"/>
              <a:gd name="G8" fmla="*/ 18514 2 1"/>
              <a:gd name="G9" fmla="+- G8 0 21600"/>
              <a:gd name="G10" fmla="*/ 21600 G0 G1"/>
              <a:gd name="G11" fmla="*/ 21600 G4 G1"/>
              <a:gd name="G12" fmla="*/ 21600 G5 G1"/>
              <a:gd name="G13" fmla="*/ 21600 G7 G1"/>
              <a:gd name="G14" fmla="*/ 18514 1 2"/>
              <a:gd name="G15" fmla="+- G5 0 G4"/>
              <a:gd name="G16" fmla="+- G0 0 G4"/>
              <a:gd name="G17" fmla="*/ G2 G15 G16"/>
              <a:gd name="T0" fmla="*/ 15429 w 21600"/>
              <a:gd name="T1" fmla="*/ 0 h 21600"/>
              <a:gd name="T2" fmla="*/ 9257 w 21600"/>
              <a:gd name="T3" fmla="*/ 7200 h 21600"/>
              <a:gd name="T4" fmla="*/ 0 w 21600"/>
              <a:gd name="T5" fmla="*/ 18001 h 21600"/>
              <a:gd name="T6" fmla="*/ 9257 w 21600"/>
              <a:gd name="T7" fmla="*/ 21600 h 21600"/>
              <a:gd name="T8" fmla="*/ 18514 w 21600"/>
              <a:gd name="T9" fmla="*/ 15000 h 21600"/>
              <a:gd name="T10" fmla="*/ 21600 w 21600"/>
              <a:gd name="T11" fmla="*/ 7200 h 21600"/>
              <a:gd name="T12" fmla="*/ 17694720 60000 65536"/>
              <a:gd name="T13" fmla="*/ 11796480 60000 65536"/>
              <a:gd name="T14" fmla="*/ 11796480 60000 65536"/>
              <a:gd name="T15" fmla="*/ 5898240 60000 65536"/>
              <a:gd name="T16" fmla="*/ 0 60000 65536"/>
              <a:gd name="T17" fmla="*/ 0 60000 65536"/>
              <a:gd name="T18" fmla="*/ 0 w 21600"/>
              <a:gd name="T19" fmla="*/ G12 h 21600"/>
              <a:gd name="T20" fmla="*/ G1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429" y="0"/>
                </a:moveTo>
                <a:lnTo>
                  <a:pt x="9257" y="7200"/>
                </a:lnTo>
                <a:lnTo>
                  <a:pt x="12343" y="7200"/>
                </a:lnTo>
                <a:lnTo>
                  <a:pt x="12343" y="14400"/>
                </a:lnTo>
                <a:lnTo>
                  <a:pt x="0" y="14400"/>
                </a:lnTo>
                <a:lnTo>
                  <a:pt x="0" y="21600"/>
                </a:lnTo>
                <a:lnTo>
                  <a:pt x="18514" y="21600"/>
                </a:lnTo>
                <a:lnTo>
                  <a:pt x="18514" y="7200"/>
                </a:lnTo>
                <a:lnTo>
                  <a:pt x="21600" y="7200"/>
                </a:lnTo>
                <a:close/>
              </a:path>
            </a:pathLst>
          </a:custGeom>
          <a:solidFill>
            <a:schemeClr val="hlink"/>
          </a:solidFill>
          <a:ln w="9525">
            <a:solidFill>
              <a:schemeClr val="tx1"/>
            </a:solidFill>
            <a:miter lim="800000"/>
            <a:headEnd/>
            <a:tailEnd/>
          </a:ln>
          <a:effectLst>
            <a:outerShdw dist="107763" dir="2700000" algn="ctr" rotWithShape="0">
              <a:schemeClr val="bg2"/>
            </a:outerShdw>
          </a:effectLst>
        </p:spPr>
        <p:txBody>
          <a:bodyPr wrap="none" anchor="ctr"/>
          <a:lstStyle/>
          <a:p>
            <a:pPr>
              <a:defRPr/>
            </a:pPr>
            <a:endParaRPr lang="en-US" dirty="0"/>
          </a:p>
        </p:txBody>
      </p:sp>
      <p:sp>
        <p:nvSpPr>
          <p:cNvPr id="70" name="Title 2"/>
          <p:cNvSpPr>
            <a:spLocks noGrp="1"/>
          </p:cNvSpPr>
          <p:nvPr>
            <p:ph type="title"/>
          </p:nvPr>
        </p:nvSpPr>
        <p:spPr>
          <a:xfrm>
            <a:off x="257175" y="222250"/>
            <a:ext cx="8323263" cy="746125"/>
          </a:xfrm>
        </p:spPr>
        <p:txBody>
          <a:bodyPr/>
          <a:lstStyle/>
          <a:p>
            <a:r>
              <a:rPr lang="en-US" dirty="0"/>
              <a:t>Direct Marketing Life Cycle without Analytics</a:t>
            </a:r>
            <a:endParaRPr lang="en-IN" dirty="0"/>
          </a:p>
        </p:txBody>
      </p:sp>
      <p:sp>
        <p:nvSpPr>
          <p:cNvPr id="71" name="AutoShape 69"/>
          <p:cNvSpPr>
            <a:spLocks noChangeArrowheads="1"/>
          </p:cNvSpPr>
          <p:nvPr/>
        </p:nvSpPr>
        <p:spPr bwMode="auto">
          <a:xfrm rot="5400000" flipV="1">
            <a:off x="7090272" y="5250494"/>
            <a:ext cx="1300280" cy="1036933"/>
          </a:xfrm>
          <a:custGeom>
            <a:avLst/>
            <a:gdLst>
              <a:gd name="G0" fmla="+- 9257 0 0"/>
              <a:gd name="G1" fmla="+- 18514 0 0"/>
              <a:gd name="G2" fmla="+- 7200 0 0"/>
              <a:gd name="G3" fmla="*/ 9257 1 2"/>
              <a:gd name="G4" fmla="+- G3 10800 0"/>
              <a:gd name="G5" fmla="+- 21600 9257 18514"/>
              <a:gd name="G6" fmla="+- 18514 7200 0"/>
              <a:gd name="G7" fmla="*/ G6 1 2"/>
              <a:gd name="G8" fmla="*/ 18514 2 1"/>
              <a:gd name="G9" fmla="+- G8 0 21600"/>
              <a:gd name="G10" fmla="*/ 21600 G0 G1"/>
              <a:gd name="G11" fmla="*/ 21600 G4 G1"/>
              <a:gd name="G12" fmla="*/ 21600 G5 G1"/>
              <a:gd name="G13" fmla="*/ 21600 G7 G1"/>
              <a:gd name="G14" fmla="*/ 18514 1 2"/>
              <a:gd name="G15" fmla="+- G5 0 G4"/>
              <a:gd name="G16" fmla="+- G0 0 G4"/>
              <a:gd name="G17" fmla="*/ G2 G15 G16"/>
              <a:gd name="T0" fmla="*/ 15429 w 21600"/>
              <a:gd name="T1" fmla="*/ 0 h 21600"/>
              <a:gd name="T2" fmla="*/ 9257 w 21600"/>
              <a:gd name="T3" fmla="*/ 7200 h 21600"/>
              <a:gd name="T4" fmla="*/ 0 w 21600"/>
              <a:gd name="T5" fmla="*/ 18001 h 21600"/>
              <a:gd name="T6" fmla="*/ 9257 w 21600"/>
              <a:gd name="T7" fmla="*/ 21600 h 21600"/>
              <a:gd name="T8" fmla="*/ 18514 w 21600"/>
              <a:gd name="T9" fmla="*/ 15000 h 21600"/>
              <a:gd name="T10" fmla="*/ 21600 w 21600"/>
              <a:gd name="T11" fmla="*/ 7200 h 21600"/>
              <a:gd name="T12" fmla="*/ 17694720 60000 65536"/>
              <a:gd name="T13" fmla="*/ 11796480 60000 65536"/>
              <a:gd name="T14" fmla="*/ 11796480 60000 65536"/>
              <a:gd name="T15" fmla="*/ 5898240 60000 65536"/>
              <a:gd name="T16" fmla="*/ 0 60000 65536"/>
              <a:gd name="T17" fmla="*/ 0 60000 65536"/>
              <a:gd name="T18" fmla="*/ 0 w 21600"/>
              <a:gd name="T19" fmla="*/ G12 h 21600"/>
              <a:gd name="T20" fmla="*/ G1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429" y="0"/>
                </a:moveTo>
                <a:lnTo>
                  <a:pt x="9257" y="7200"/>
                </a:lnTo>
                <a:lnTo>
                  <a:pt x="12343" y="7200"/>
                </a:lnTo>
                <a:lnTo>
                  <a:pt x="12343" y="14400"/>
                </a:lnTo>
                <a:lnTo>
                  <a:pt x="0" y="14400"/>
                </a:lnTo>
                <a:lnTo>
                  <a:pt x="0" y="21600"/>
                </a:lnTo>
                <a:lnTo>
                  <a:pt x="18514" y="21600"/>
                </a:lnTo>
                <a:lnTo>
                  <a:pt x="18514" y="7200"/>
                </a:lnTo>
                <a:lnTo>
                  <a:pt x="21600" y="7200"/>
                </a:lnTo>
                <a:close/>
              </a:path>
            </a:pathLst>
          </a:custGeom>
          <a:solidFill>
            <a:schemeClr val="hlink"/>
          </a:solidFill>
          <a:ln w="9525">
            <a:solidFill>
              <a:schemeClr val="tx1"/>
            </a:solidFill>
            <a:miter lim="800000"/>
            <a:headEnd/>
            <a:tailEnd/>
          </a:ln>
          <a:effectLst>
            <a:outerShdw dist="107763" dir="2700000" algn="ctr" rotWithShape="0">
              <a:schemeClr val="bg2"/>
            </a:outerShdw>
          </a:effectLst>
        </p:spPr>
        <p:txBody>
          <a:bodyPr wrap="none" anchor="ctr"/>
          <a:lstStyle/>
          <a:p>
            <a:pPr>
              <a:defRPr/>
            </a:pPr>
            <a:endParaRPr lang="en-US" dirty="0"/>
          </a:p>
        </p:txBody>
      </p:sp>
      <p:sp>
        <p:nvSpPr>
          <p:cNvPr id="74" name="Text Box 35"/>
          <p:cNvSpPr txBox="1">
            <a:spLocks noChangeArrowheads="1"/>
          </p:cNvSpPr>
          <p:nvPr/>
        </p:nvSpPr>
        <p:spPr bwMode="auto">
          <a:xfrm>
            <a:off x="7234145" y="3390595"/>
            <a:ext cx="1909855" cy="1643527"/>
          </a:xfrm>
          <a:prstGeom prst="rect">
            <a:avLst/>
          </a:prstGeom>
          <a:noFill/>
          <a:ln w="9525">
            <a:noFill/>
            <a:miter lim="800000"/>
            <a:headEnd/>
            <a:tailEnd/>
          </a:ln>
        </p:spPr>
        <p:txBody>
          <a:bodyPr wrap="square">
            <a:spAutoFit/>
          </a:bodyPr>
          <a:lstStyle/>
          <a:p>
            <a:pPr>
              <a:lnSpc>
                <a:spcPct val="90000"/>
              </a:lnSpc>
              <a:spcBef>
                <a:spcPct val="50000"/>
              </a:spcBef>
            </a:pPr>
            <a:r>
              <a:rPr lang="en-US" sz="1600" dirty="0">
                <a:latin typeface="+mn-lt"/>
              </a:rPr>
              <a:t>Danger of repeating the same promotional mail to a prospect within X months again and thus violating US state laws</a:t>
            </a:r>
          </a:p>
        </p:txBody>
      </p:sp>
      <p:sp>
        <p:nvSpPr>
          <p:cNvPr id="75" name="Text Box 35"/>
          <p:cNvSpPr txBox="1">
            <a:spLocks noChangeArrowheads="1"/>
          </p:cNvSpPr>
          <p:nvPr/>
        </p:nvSpPr>
        <p:spPr bwMode="auto">
          <a:xfrm>
            <a:off x="1998865" y="4513075"/>
            <a:ext cx="1524000" cy="975652"/>
          </a:xfrm>
          <a:prstGeom prst="rect">
            <a:avLst/>
          </a:prstGeom>
          <a:noFill/>
          <a:ln w="9525">
            <a:noFill/>
            <a:miter lim="800000"/>
            <a:headEnd/>
            <a:tailEnd/>
          </a:ln>
        </p:spPr>
        <p:txBody>
          <a:bodyPr>
            <a:spAutoFit/>
          </a:bodyPr>
          <a:lstStyle/>
          <a:p>
            <a:pPr>
              <a:lnSpc>
                <a:spcPct val="90000"/>
              </a:lnSpc>
              <a:spcBef>
                <a:spcPct val="50000"/>
              </a:spcBef>
            </a:pPr>
            <a:r>
              <a:rPr lang="en-US" sz="1400" dirty="0"/>
              <a:t>Learnings from campaign lost</a:t>
            </a:r>
          </a:p>
          <a:p>
            <a:pPr>
              <a:lnSpc>
                <a:spcPct val="90000"/>
              </a:lnSpc>
              <a:spcBef>
                <a:spcPct val="50000"/>
              </a:spcBef>
            </a:pPr>
            <a:r>
              <a:rPr lang="en-US" sz="1400" dirty="0"/>
              <a:t>No Analysis of campaigns done</a:t>
            </a:r>
          </a:p>
        </p:txBody>
      </p:sp>
      <p:sp>
        <p:nvSpPr>
          <p:cNvPr id="21" name="TextBox 20"/>
          <p:cNvSpPr txBox="1"/>
          <p:nvPr/>
        </p:nvSpPr>
        <p:spPr>
          <a:xfrm>
            <a:off x="368300" y="2413001"/>
            <a:ext cx="4203700" cy="1754326"/>
          </a:xfrm>
          <a:prstGeom prst="rect">
            <a:avLst/>
          </a:prstGeom>
          <a:solidFill>
            <a:srgbClr val="C00000"/>
          </a:solidFill>
        </p:spPr>
        <p:txBody>
          <a:bodyPr wrap="square" rtlCol="0">
            <a:spAutoFit/>
          </a:bodyPr>
          <a:lstStyle/>
          <a:p>
            <a:r>
              <a:rPr lang="en-US" b="1" dirty="0">
                <a:solidFill>
                  <a:schemeClr val="bg1"/>
                </a:solidFill>
              </a:rPr>
              <a:t>Carpet bombing of a million customers</a:t>
            </a:r>
          </a:p>
          <a:p>
            <a:r>
              <a:rPr lang="en-US" b="1" dirty="0">
                <a:solidFill>
                  <a:schemeClr val="bg1"/>
                </a:solidFill>
              </a:rPr>
              <a:t>No tangible return on investment</a:t>
            </a:r>
          </a:p>
          <a:p>
            <a:r>
              <a:rPr lang="en-US" b="1" dirty="0">
                <a:solidFill>
                  <a:schemeClr val="bg1"/>
                </a:solidFill>
              </a:rPr>
              <a:t>Exhausted your marketing budget as per plan</a:t>
            </a:r>
          </a:p>
          <a:p>
            <a:r>
              <a:rPr lang="en-US" b="1" dirty="0">
                <a:solidFill>
                  <a:schemeClr val="bg1"/>
                </a:solidFill>
              </a:rPr>
              <a:t>A very happy boss- you have covered most customers !!</a:t>
            </a:r>
          </a:p>
        </p:txBody>
      </p:sp>
    </p:spTree>
    <p:extLst>
      <p:ext uri="{BB962C8B-B14F-4D97-AF65-F5344CB8AC3E}">
        <p14:creationId xmlns:p14="http://schemas.microsoft.com/office/powerpoint/2010/main" val="36873673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3" name="AutoShape 3"/>
          <p:cNvSpPr>
            <a:spLocks noChangeArrowheads="1"/>
          </p:cNvSpPr>
          <p:nvPr/>
        </p:nvSpPr>
        <p:spPr bwMode="auto">
          <a:xfrm>
            <a:off x="1774208" y="1541064"/>
            <a:ext cx="381000" cy="381000"/>
          </a:xfrm>
          <a:prstGeom prst="rightArrow">
            <a:avLst>
              <a:gd name="adj1" fmla="val 50000"/>
              <a:gd name="adj2" fmla="val 25000"/>
            </a:avLst>
          </a:prstGeom>
          <a:solidFill>
            <a:schemeClr val="hlink"/>
          </a:solidFill>
          <a:ln w="9525">
            <a:solidFill>
              <a:schemeClr val="tx1"/>
            </a:solidFill>
            <a:miter lim="800000"/>
            <a:headEnd/>
            <a:tailEnd/>
          </a:ln>
          <a:effectLst>
            <a:outerShdw dist="107763" dir="2700000" algn="ctr" rotWithShape="0">
              <a:schemeClr val="bg2"/>
            </a:outerShdw>
          </a:effectLst>
        </p:spPr>
        <p:txBody>
          <a:bodyPr wrap="none" anchor="ctr"/>
          <a:lstStyle/>
          <a:p>
            <a:pPr>
              <a:defRPr/>
            </a:pPr>
            <a:endParaRPr lang="en-US" dirty="0"/>
          </a:p>
        </p:txBody>
      </p:sp>
      <p:grpSp>
        <p:nvGrpSpPr>
          <p:cNvPr id="7" name="Group 4"/>
          <p:cNvGrpSpPr>
            <a:grpSpLocks/>
          </p:cNvGrpSpPr>
          <p:nvPr/>
        </p:nvGrpSpPr>
        <p:grpSpPr bwMode="auto">
          <a:xfrm>
            <a:off x="4593608" y="4930377"/>
            <a:ext cx="1981200" cy="1639887"/>
            <a:chOff x="2208" y="3201"/>
            <a:chExt cx="1248" cy="1033"/>
          </a:xfrm>
        </p:grpSpPr>
        <p:pic>
          <p:nvPicPr>
            <p:cNvPr id="2" name="Picture 5" descr="Segments"/>
            <p:cNvPicPr>
              <a:picLocks noChangeAspect="1" noChangeArrowheads="1"/>
            </p:cNvPicPr>
            <p:nvPr/>
          </p:nvPicPr>
          <p:blipFill>
            <a:blip r:embed="rId4" cstate="print"/>
            <a:srcRect/>
            <a:stretch>
              <a:fillRect/>
            </a:stretch>
          </p:blipFill>
          <p:spPr bwMode="auto">
            <a:xfrm>
              <a:off x="2400" y="3201"/>
              <a:ext cx="864" cy="960"/>
            </a:xfrm>
            <a:prstGeom prst="rect">
              <a:avLst/>
            </a:prstGeom>
            <a:noFill/>
            <a:ln w="9525">
              <a:noFill/>
              <a:miter lim="800000"/>
              <a:headEnd/>
              <a:tailEnd/>
            </a:ln>
          </p:spPr>
        </p:pic>
        <p:sp>
          <p:nvSpPr>
            <p:cNvPr id="174154" name="Text Box 6"/>
            <p:cNvSpPr txBox="1">
              <a:spLocks noChangeArrowheads="1"/>
            </p:cNvSpPr>
            <p:nvPr/>
          </p:nvSpPr>
          <p:spPr bwMode="auto">
            <a:xfrm>
              <a:off x="2208" y="3984"/>
              <a:ext cx="1248" cy="250"/>
            </a:xfrm>
            <a:prstGeom prst="rect">
              <a:avLst/>
            </a:prstGeom>
            <a:noFill/>
            <a:ln w="9525">
              <a:noFill/>
              <a:miter lim="800000"/>
              <a:headEnd/>
              <a:tailEnd/>
            </a:ln>
          </p:spPr>
          <p:txBody>
            <a:bodyPr>
              <a:spAutoFit/>
            </a:bodyPr>
            <a:lstStyle/>
            <a:p>
              <a:pPr algn="ctr">
                <a:spcBef>
                  <a:spcPct val="50000"/>
                </a:spcBef>
              </a:pPr>
              <a:r>
                <a:rPr lang="en-US" sz="1000" b="0" dirty="0"/>
                <a:t>Segmentation</a:t>
              </a:r>
              <a:br>
                <a:rPr lang="en-US" sz="1000" b="0" dirty="0"/>
              </a:br>
              <a:r>
                <a:rPr lang="en-US" sz="1000" b="0" dirty="0"/>
                <a:t>Design of Experiments</a:t>
              </a:r>
            </a:p>
          </p:txBody>
        </p:sp>
      </p:grpSp>
      <p:grpSp>
        <p:nvGrpSpPr>
          <p:cNvPr id="8" name="Group 7"/>
          <p:cNvGrpSpPr>
            <a:grpSpLocks/>
          </p:cNvGrpSpPr>
          <p:nvPr/>
        </p:nvGrpSpPr>
        <p:grpSpPr bwMode="auto">
          <a:xfrm>
            <a:off x="1393208" y="5365352"/>
            <a:ext cx="1143000" cy="1204912"/>
            <a:chOff x="96" y="3312"/>
            <a:chExt cx="720" cy="759"/>
          </a:xfrm>
        </p:grpSpPr>
        <p:graphicFrame>
          <p:nvGraphicFramePr>
            <p:cNvPr id="174089" name="Object 9"/>
            <p:cNvGraphicFramePr>
              <a:graphicFrameLocks noChangeAspect="1"/>
            </p:cNvGraphicFramePr>
            <p:nvPr/>
          </p:nvGraphicFramePr>
          <p:xfrm>
            <a:off x="179" y="3312"/>
            <a:ext cx="553" cy="519"/>
          </p:xfrm>
          <a:graphic>
            <a:graphicData uri="http://schemas.openxmlformats.org/presentationml/2006/ole">
              <mc:AlternateContent xmlns:mc="http://schemas.openxmlformats.org/markup-compatibility/2006">
                <mc:Choice xmlns:v="urn:schemas-microsoft-com:vml" Requires="v">
                  <p:oleObj spid="_x0000_s7198" name="Photo Editor Photo" r:id="rId5" imgW="1905266" imgH="2523810" progId="">
                    <p:embed/>
                  </p:oleObj>
                </mc:Choice>
                <mc:Fallback>
                  <p:oleObj name="Photo Editor Photo" r:id="rId5" imgW="1905266" imgH="2523810" progId="">
                    <p:embed/>
                    <p:pic>
                      <p:nvPicPr>
                        <p:cNvPr id="174089"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9" y="3312"/>
                          <a:ext cx="553" cy="519"/>
                        </a:xfrm>
                        <a:prstGeom prst="rect">
                          <a:avLst/>
                        </a:prstGeom>
                        <a:noFill/>
                        <a:ln w="9525">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4152" name="Text Box 9"/>
            <p:cNvSpPr txBox="1">
              <a:spLocks noChangeArrowheads="1"/>
            </p:cNvSpPr>
            <p:nvPr/>
          </p:nvSpPr>
          <p:spPr bwMode="auto">
            <a:xfrm>
              <a:off x="96" y="3821"/>
              <a:ext cx="720" cy="250"/>
            </a:xfrm>
            <a:prstGeom prst="rect">
              <a:avLst/>
            </a:prstGeom>
            <a:noFill/>
            <a:ln w="9525">
              <a:noFill/>
              <a:miter lim="800000"/>
              <a:headEnd/>
              <a:tailEnd/>
            </a:ln>
          </p:spPr>
          <p:txBody>
            <a:bodyPr>
              <a:spAutoFit/>
            </a:bodyPr>
            <a:lstStyle/>
            <a:p>
              <a:pPr algn="ctr">
                <a:spcBef>
                  <a:spcPct val="50000"/>
                </a:spcBef>
              </a:pPr>
              <a:r>
                <a:rPr lang="en-US" sz="1000" b="0" dirty="0"/>
                <a:t>Mail House</a:t>
              </a:r>
              <a:br>
                <a:rPr lang="en-US" sz="1000" b="0" dirty="0"/>
              </a:br>
              <a:r>
                <a:rPr lang="en-US" sz="1000" b="0" dirty="0"/>
                <a:t>Intimation</a:t>
              </a:r>
            </a:p>
          </p:txBody>
        </p:sp>
      </p:grpSp>
      <p:pic>
        <p:nvPicPr>
          <p:cNvPr id="174093" name="Picture 10" descr="tech_data-02"/>
          <p:cNvPicPr>
            <a:picLocks noChangeAspect="1" noChangeArrowheads="1"/>
          </p:cNvPicPr>
          <p:nvPr/>
        </p:nvPicPr>
        <p:blipFill>
          <a:blip r:embed="rId7" cstate="print"/>
          <a:srcRect/>
          <a:stretch>
            <a:fillRect/>
          </a:stretch>
        </p:blipFill>
        <p:spPr bwMode="auto">
          <a:xfrm>
            <a:off x="807421" y="4379514"/>
            <a:ext cx="941387" cy="895350"/>
          </a:xfrm>
          <a:prstGeom prst="rect">
            <a:avLst/>
          </a:prstGeom>
          <a:noFill/>
          <a:ln w="9525">
            <a:noFill/>
            <a:miter lim="800000"/>
            <a:headEnd/>
            <a:tailEnd/>
          </a:ln>
        </p:spPr>
      </p:pic>
      <p:sp>
        <p:nvSpPr>
          <p:cNvPr id="174094" name="Text Box 11"/>
          <p:cNvSpPr txBox="1">
            <a:spLocks noChangeArrowheads="1"/>
          </p:cNvSpPr>
          <p:nvPr/>
        </p:nvSpPr>
        <p:spPr bwMode="auto">
          <a:xfrm>
            <a:off x="478808" y="4131864"/>
            <a:ext cx="1600200" cy="244475"/>
          </a:xfrm>
          <a:prstGeom prst="rect">
            <a:avLst/>
          </a:prstGeom>
          <a:noFill/>
          <a:ln w="9525">
            <a:noFill/>
            <a:miter lim="800000"/>
            <a:headEnd/>
            <a:tailEnd/>
          </a:ln>
        </p:spPr>
        <p:txBody>
          <a:bodyPr>
            <a:spAutoFit/>
          </a:bodyPr>
          <a:lstStyle/>
          <a:p>
            <a:pPr algn="ctr">
              <a:spcBef>
                <a:spcPct val="50000"/>
              </a:spcBef>
            </a:pPr>
            <a:r>
              <a:rPr lang="en-US" sz="1000" b="0" dirty="0"/>
              <a:t>Solicitation History</a:t>
            </a:r>
          </a:p>
        </p:txBody>
      </p:sp>
      <p:sp>
        <p:nvSpPr>
          <p:cNvPr id="3" name="AutoShape 12"/>
          <p:cNvSpPr>
            <a:spLocks noChangeArrowheads="1"/>
          </p:cNvSpPr>
          <p:nvPr/>
        </p:nvSpPr>
        <p:spPr bwMode="auto">
          <a:xfrm rot="-10800000">
            <a:off x="6422408" y="5524102"/>
            <a:ext cx="381000" cy="381000"/>
          </a:xfrm>
          <a:prstGeom prst="rightArrow">
            <a:avLst>
              <a:gd name="adj1" fmla="val 50000"/>
              <a:gd name="adj2" fmla="val 25000"/>
            </a:avLst>
          </a:prstGeom>
          <a:solidFill>
            <a:schemeClr val="hlink"/>
          </a:solidFill>
          <a:ln w="9525">
            <a:solidFill>
              <a:schemeClr val="tx1"/>
            </a:solidFill>
            <a:miter lim="800000"/>
            <a:headEnd/>
            <a:tailEnd/>
          </a:ln>
          <a:effectLst>
            <a:outerShdw dist="107763" dir="2700000" algn="ctr" rotWithShape="0">
              <a:schemeClr val="bg2"/>
            </a:outerShdw>
          </a:effectLst>
        </p:spPr>
        <p:txBody>
          <a:bodyPr wrap="none" anchor="ctr"/>
          <a:lstStyle/>
          <a:p>
            <a:pPr>
              <a:defRPr/>
            </a:pPr>
            <a:endParaRPr lang="en-US" dirty="0"/>
          </a:p>
        </p:txBody>
      </p:sp>
      <p:sp>
        <p:nvSpPr>
          <p:cNvPr id="4" name="AutoShape 13"/>
          <p:cNvSpPr>
            <a:spLocks noChangeArrowheads="1"/>
          </p:cNvSpPr>
          <p:nvPr/>
        </p:nvSpPr>
        <p:spPr bwMode="auto">
          <a:xfrm rot="-10800000">
            <a:off x="4365008" y="5524102"/>
            <a:ext cx="381000" cy="381000"/>
          </a:xfrm>
          <a:prstGeom prst="rightArrow">
            <a:avLst>
              <a:gd name="adj1" fmla="val 50000"/>
              <a:gd name="adj2" fmla="val 25000"/>
            </a:avLst>
          </a:prstGeom>
          <a:solidFill>
            <a:schemeClr val="hlink"/>
          </a:solidFill>
          <a:ln w="9525">
            <a:solidFill>
              <a:schemeClr val="tx1"/>
            </a:solidFill>
            <a:miter lim="800000"/>
            <a:headEnd/>
            <a:tailEnd/>
          </a:ln>
          <a:effectLst>
            <a:outerShdw dist="107763" dir="2700000" algn="ctr" rotWithShape="0">
              <a:schemeClr val="bg2"/>
            </a:outerShdw>
          </a:effectLst>
        </p:spPr>
        <p:txBody>
          <a:bodyPr wrap="none" anchor="ctr"/>
          <a:lstStyle/>
          <a:p>
            <a:pPr>
              <a:defRPr/>
            </a:pPr>
            <a:endParaRPr lang="en-US" dirty="0"/>
          </a:p>
        </p:txBody>
      </p:sp>
      <p:grpSp>
        <p:nvGrpSpPr>
          <p:cNvPr id="9" name="Group 14"/>
          <p:cNvGrpSpPr>
            <a:grpSpLocks/>
          </p:cNvGrpSpPr>
          <p:nvPr/>
        </p:nvGrpSpPr>
        <p:grpSpPr bwMode="auto">
          <a:xfrm>
            <a:off x="2841008" y="5306614"/>
            <a:ext cx="1676400" cy="1263650"/>
            <a:chOff x="1824" y="3342"/>
            <a:chExt cx="1056" cy="796"/>
          </a:xfrm>
        </p:grpSpPr>
        <p:pic>
          <p:nvPicPr>
            <p:cNvPr id="174150" name="Picture 15" descr="ftp"/>
            <p:cNvPicPr>
              <a:picLocks noChangeAspect="1" noChangeArrowheads="1"/>
            </p:cNvPicPr>
            <p:nvPr/>
          </p:nvPicPr>
          <p:blipFill>
            <a:blip r:embed="rId8" cstate="print"/>
            <a:srcRect/>
            <a:stretch>
              <a:fillRect/>
            </a:stretch>
          </p:blipFill>
          <p:spPr bwMode="auto">
            <a:xfrm>
              <a:off x="1968" y="3342"/>
              <a:ext cx="768" cy="542"/>
            </a:xfrm>
            <a:prstGeom prst="rect">
              <a:avLst/>
            </a:prstGeom>
            <a:noFill/>
            <a:ln w="9525">
              <a:noFill/>
              <a:miter lim="800000"/>
              <a:headEnd/>
              <a:tailEnd/>
            </a:ln>
          </p:spPr>
        </p:pic>
        <p:sp>
          <p:nvSpPr>
            <p:cNvPr id="174151" name="Text Box 16"/>
            <p:cNvSpPr txBox="1">
              <a:spLocks noChangeArrowheads="1"/>
            </p:cNvSpPr>
            <p:nvPr/>
          </p:nvSpPr>
          <p:spPr bwMode="auto">
            <a:xfrm>
              <a:off x="1824" y="3888"/>
              <a:ext cx="1056" cy="250"/>
            </a:xfrm>
            <a:prstGeom prst="rect">
              <a:avLst/>
            </a:prstGeom>
            <a:noFill/>
            <a:ln w="9525">
              <a:noFill/>
              <a:miter lim="800000"/>
              <a:headEnd/>
              <a:tailEnd/>
            </a:ln>
          </p:spPr>
          <p:txBody>
            <a:bodyPr>
              <a:spAutoFit/>
            </a:bodyPr>
            <a:lstStyle/>
            <a:p>
              <a:pPr algn="ctr">
                <a:spcBef>
                  <a:spcPct val="50000"/>
                </a:spcBef>
              </a:pPr>
              <a:r>
                <a:rPr lang="en-US" sz="1000" b="0" dirty="0"/>
                <a:t>Mail File Cutting and Shipping </a:t>
              </a:r>
            </a:p>
          </p:txBody>
        </p:sp>
      </p:grpSp>
      <p:sp>
        <p:nvSpPr>
          <p:cNvPr id="5" name="AutoShape 17"/>
          <p:cNvSpPr>
            <a:spLocks noChangeArrowheads="1"/>
          </p:cNvSpPr>
          <p:nvPr/>
        </p:nvSpPr>
        <p:spPr bwMode="auto">
          <a:xfrm rot="-10800000">
            <a:off x="2536208" y="5524102"/>
            <a:ext cx="381000" cy="381000"/>
          </a:xfrm>
          <a:prstGeom prst="rightArrow">
            <a:avLst>
              <a:gd name="adj1" fmla="val 50000"/>
              <a:gd name="adj2" fmla="val 25000"/>
            </a:avLst>
          </a:prstGeom>
          <a:solidFill>
            <a:schemeClr val="hlink"/>
          </a:solidFill>
          <a:ln w="9525">
            <a:solidFill>
              <a:schemeClr val="tx1"/>
            </a:solidFill>
            <a:miter lim="800000"/>
            <a:headEnd/>
            <a:tailEnd/>
          </a:ln>
          <a:effectLst>
            <a:outerShdw dist="107763" dir="2700000" algn="ctr" rotWithShape="0">
              <a:schemeClr val="bg2"/>
            </a:outerShdw>
          </a:effectLst>
        </p:spPr>
        <p:txBody>
          <a:bodyPr wrap="none" anchor="ctr"/>
          <a:lstStyle/>
          <a:p>
            <a:pPr>
              <a:defRPr/>
            </a:pPr>
            <a:endParaRPr lang="en-US" dirty="0"/>
          </a:p>
        </p:txBody>
      </p:sp>
      <p:sp>
        <p:nvSpPr>
          <p:cNvPr id="174098" name="AutoShape 18"/>
          <p:cNvSpPr>
            <a:spLocks noChangeArrowheads="1"/>
          </p:cNvSpPr>
          <p:nvPr/>
        </p:nvSpPr>
        <p:spPr bwMode="auto">
          <a:xfrm rot="-27000000">
            <a:off x="1012208" y="3750864"/>
            <a:ext cx="381000" cy="381000"/>
          </a:xfrm>
          <a:prstGeom prst="rightArrow">
            <a:avLst>
              <a:gd name="adj1" fmla="val 50000"/>
              <a:gd name="adj2" fmla="val 25000"/>
            </a:avLst>
          </a:prstGeom>
          <a:solidFill>
            <a:schemeClr val="hlink"/>
          </a:solidFill>
          <a:ln w="9525">
            <a:solidFill>
              <a:schemeClr val="tx1"/>
            </a:solidFill>
            <a:miter lim="800000"/>
            <a:headEnd/>
            <a:tailEnd/>
          </a:ln>
          <a:effectLst>
            <a:outerShdw dist="107763" dir="2700000" algn="ctr" rotWithShape="0">
              <a:schemeClr val="bg2"/>
            </a:outerShdw>
          </a:effectLst>
        </p:spPr>
        <p:txBody>
          <a:bodyPr wrap="none" anchor="ctr"/>
          <a:lstStyle/>
          <a:p>
            <a:pPr>
              <a:defRPr/>
            </a:pPr>
            <a:endParaRPr lang="en-US" dirty="0"/>
          </a:p>
        </p:txBody>
      </p:sp>
      <p:pic>
        <p:nvPicPr>
          <p:cNvPr id="174100" name="Picture 33" descr="certi"/>
          <p:cNvPicPr>
            <a:picLocks noChangeAspect="1" noChangeArrowheads="1"/>
          </p:cNvPicPr>
          <p:nvPr/>
        </p:nvPicPr>
        <p:blipFill>
          <a:blip r:embed="rId9" cstate="print"/>
          <a:srcRect/>
          <a:stretch>
            <a:fillRect/>
          </a:stretch>
        </p:blipFill>
        <p:spPr bwMode="auto">
          <a:xfrm>
            <a:off x="3145808" y="1199752"/>
            <a:ext cx="1524000" cy="1114425"/>
          </a:xfrm>
          <a:prstGeom prst="rect">
            <a:avLst/>
          </a:prstGeom>
          <a:noFill/>
          <a:ln w="9525">
            <a:noFill/>
            <a:miter lim="800000"/>
            <a:headEnd/>
            <a:tailEnd/>
          </a:ln>
        </p:spPr>
      </p:pic>
      <p:sp>
        <p:nvSpPr>
          <p:cNvPr id="174101" name="Rectangle 34"/>
          <p:cNvSpPr>
            <a:spLocks noChangeArrowheads="1"/>
          </p:cNvSpPr>
          <p:nvPr/>
        </p:nvSpPr>
        <p:spPr bwMode="auto">
          <a:xfrm>
            <a:off x="2155208" y="1401364"/>
            <a:ext cx="2438400" cy="1079500"/>
          </a:xfrm>
          <a:prstGeom prst="rect">
            <a:avLst/>
          </a:prstGeom>
          <a:noFill/>
          <a:ln w="9525">
            <a:noFill/>
            <a:miter lim="800000"/>
            <a:headEnd/>
            <a:tailEnd/>
          </a:ln>
        </p:spPr>
        <p:txBody>
          <a:bodyPr>
            <a:spAutoFit/>
          </a:bodyPr>
          <a:lstStyle/>
          <a:p>
            <a:pPr>
              <a:lnSpc>
                <a:spcPct val="90000"/>
              </a:lnSpc>
              <a:spcBef>
                <a:spcPct val="50000"/>
              </a:spcBef>
              <a:buFontTx/>
              <a:buChar char="•"/>
            </a:pPr>
            <a:r>
              <a:rPr lang="en-US" sz="1000" b="0" dirty="0">
                <a:latin typeface="Calibri" pitchFamily="34" charset="0"/>
              </a:rPr>
              <a:t> Campaign Details</a:t>
            </a:r>
          </a:p>
          <a:p>
            <a:pPr>
              <a:lnSpc>
                <a:spcPct val="90000"/>
              </a:lnSpc>
              <a:spcBef>
                <a:spcPct val="50000"/>
              </a:spcBef>
              <a:buFontTx/>
              <a:buChar char="•"/>
            </a:pPr>
            <a:r>
              <a:rPr lang="en-US" sz="1000" b="0" dirty="0">
                <a:latin typeface="Calibri" pitchFamily="34" charset="0"/>
              </a:rPr>
              <a:t> Targeting Details</a:t>
            </a:r>
          </a:p>
          <a:p>
            <a:pPr>
              <a:lnSpc>
                <a:spcPct val="90000"/>
              </a:lnSpc>
              <a:spcBef>
                <a:spcPct val="50000"/>
              </a:spcBef>
              <a:buFontTx/>
              <a:buChar char="•"/>
            </a:pPr>
            <a:r>
              <a:rPr lang="en-US" sz="1000" b="0" dirty="0">
                <a:latin typeface="Calibri" pitchFamily="34" charset="0"/>
              </a:rPr>
              <a:t> Target Audience</a:t>
            </a:r>
          </a:p>
          <a:p>
            <a:pPr>
              <a:lnSpc>
                <a:spcPct val="90000"/>
              </a:lnSpc>
              <a:spcBef>
                <a:spcPct val="50000"/>
              </a:spcBef>
              <a:buFontTx/>
              <a:buChar char="•"/>
            </a:pPr>
            <a:r>
              <a:rPr lang="en-US" sz="1000" b="0" dirty="0">
                <a:latin typeface="Calibri" pitchFamily="34" charset="0"/>
              </a:rPr>
              <a:t> DM Costs </a:t>
            </a:r>
          </a:p>
          <a:p>
            <a:pPr>
              <a:lnSpc>
                <a:spcPct val="90000"/>
              </a:lnSpc>
              <a:spcBef>
                <a:spcPct val="50000"/>
              </a:spcBef>
              <a:buFontTx/>
              <a:buChar char="•"/>
            </a:pPr>
            <a:r>
              <a:rPr lang="en-US" sz="1000" b="0" dirty="0">
                <a:latin typeface="Calibri" pitchFamily="34" charset="0"/>
              </a:rPr>
              <a:t> Post Campaign Expectations</a:t>
            </a:r>
          </a:p>
        </p:txBody>
      </p:sp>
      <p:sp>
        <p:nvSpPr>
          <p:cNvPr id="174102" name="Text Box 35"/>
          <p:cNvSpPr txBox="1">
            <a:spLocks noChangeArrowheads="1"/>
          </p:cNvSpPr>
          <p:nvPr/>
        </p:nvSpPr>
        <p:spPr bwMode="auto">
          <a:xfrm>
            <a:off x="2231408" y="1160064"/>
            <a:ext cx="1524000" cy="228600"/>
          </a:xfrm>
          <a:prstGeom prst="rect">
            <a:avLst/>
          </a:prstGeom>
          <a:noFill/>
          <a:ln w="9525">
            <a:noFill/>
            <a:miter lim="800000"/>
            <a:headEnd/>
            <a:tailEnd/>
          </a:ln>
        </p:spPr>
        <p:txBody>
          <a:bodyPr>
            <a:spAutoFit/>
          </a:bodyPr>
          <a:lstStyle/>
          <a:p>
            <a:pPr>
              <a:lnSpc>
                <a:spcPct val="90000"/>
              </a:lnSpc>
              <a:spcBef>
                <a:spcPct val="50000"/>
              </a:spcBef>
            </a:pPr>
            <a:r>
              <a:rPr lang="en-US" sz="1000" dirty="0"/>
              <a:t>Campaign Brief</a:t>
            </a:r>
          </a:p>
        </p:txBody>
      </p:sp>
      <p:sp>
        <p:nvSpPr>
          <p:cNvPr id="174116" name="AutoShape 36"/>
          <p:cNvSpPr>
            <a:spLocks noChangeArrowheads="1"/>
          </p:cNvSpPr>
          <p:nvPr/>
        </p:nvSpPr>
        <p:spPr bwMode="auto">
          <a:xfrm>
            <a:off x="4441208" y="1541064"/>
            <a:ext cx="381000" cy="381000"/>
          </a:xfrm>
          <a:prstGeom prst="rightArrow">
            <a:avLst>
              <a:gd name="adj1" fmla="val 50000"/>
              <a:gd name="adj2" fmla="val 25000"/>
            </a:avLst>
          </a:prstGeom>
          <a:solidFill>
            <a:schemeClr val="hlink"/>
          </a:solidFill>
          <a:ln w="9525">
            <a:solidFill>
              <a:schemeClr val="tx1"/>
            </a:solidFill>
            <a:miter lim="800000"/>
            <a:headEnd/>
            <a:tailEnd/>
          </a:ln>
          <a:effectLst>
            <a:outerShdw dist="107763" dir="2700000" algn="ctr" rotWithShape="0">
              <a:schemeClr val="bg2"/>
            </a:outerShdw>
          </a:effectLst>
        </p:spPr>
        <p:txBody>
          <a:bodyPr wrap="none" anchor="ctr"/>
          <a:lstStyle/>
          <a:p>
            <a:pPr>
              <a:defRPr/>
            </a:pPr>
            <a:endParaRPr lang="en-US" dirty="0"/>
          </a:p>
        </p:txBody>
      </p:sp>
      <p:grpSp>
        <p:nvGrpSpPr>
          <p:cNvPr id="10" name="Group 37"/>
          <p:cNvGrpSpPr>
            <a:grpSpLocks/>
          </p:cNvGrpSpPr>
          <p:nvPr/>
        </p:nvGrpSpPr>
        <p:grpSpPr bwMode="auto">
          <a:xfrm>
            <a:off x="859808" y="1248964"/>
            <a:ext cx="846138" cy="615950"/>
            <a:chOff x="1466" y="735"/>
            <a:chExt cx="1643" cy="1172"/>
          </a:xfrm>
        </p:grpSpPr>
        <p:sp>
          <p:nvSpPr>
            <p:cNvPr id="174128" name="Oval 38"/>
            <p:cNvSpPr>
              <a:spLocks noChangeArrowheads="1"/>
            </p:cNvSpPr>
            <p:nvPr/>
          </p:nvSpPr>
          <p:spPr bwMode="auto">
            <a:xfrm>
              <a:off x="1466" y="1438"/>
              <a:ext cx="133" cy="172"/>
            </a:xfrm>
            <a:prstGeom prst="ellipse">
              <a:avLst/>
            </a:prstGeom>
            <a:solidFill>
              <a:srgbClr val="CC0000"/>
            </a:solidFill>
            <a:ln w="12700">
              <a:solidFill>
                <a:srgbClr val="CC0000"/>
              </a:solidFill>
              <a:round/>
              <a:headEnd/>
              <a:tailEnd/>
            </a:ln>
          </p:spPr>
          <p:txBody>
            <a:bodyPr wrap="none" anchor="ctr"/>
            <a:lstStyle/>
            <a:p>
              <a:endParaRPr lang="en-US" dirty="0"/>
            </a:p>
          </p:txBody>
        </p:sp>
        <p:sp>
          <p:nvSpPr>
            <p:cNvPr id="174129" name="Oval 39"/>
            <p:cNvSpPr>
              <a:spLocks noChangeArrowheads="1"/>
            </p:cNvSpPr>
            <p:nvPr/>
          </p:nvSpPr>
          <p:spPr bwMode="auto">
            <a:xfrm>
              <a:off x="1720" y="1179"/>
              <a:ext cx="133" cy="172"/>
            </a:xfrm>
            <a:prstGeom prst="ellipse">
              <a:avLst/>
            </a:prstGeom>
            <a:solidFill>
              <a:srgbClr val="CC0000"/>
            </a:solidFill>
            <a:ln w="12700">
              <a:solidFill>
                <a:srgbClr val="CC0000"/>
              </a:solidFill>
              <a:round/>
              <a:headEnd/>
              <a:tailEnd/>
            </a:ln>
          </p:spPr>
          <p:txBody>
            <a:bodyPr wrap="none" anchor="ctr"/>
            <a:lstStyle/>
            <a:p>
              <a:endParaRPr lang="en-US" dirty="0"/>
            </a:p>
          </p:txBody>
        </p:sp>
        <p:sp>
          <p:nvSpPr>
            <p:cNvPr id="174130" name="Oval 40"/>
            <p:cNvSpPr>
              <a:spLocks noChangeArrowheads="1"/>
            </p:cNvSpPr>
            <p:nvPr/>
          </p:nvSpPr>
          <p:spPr bwMode="auto">
            <a:xfrm>
              <a:off x="1719" y="1730"/>
              <a:ext cx="133" cy="172"/>
            </a:xfrm>
            <a:prstGeom prst="ellipse">
              <a:avLst/>
            </a:prstGeom>
            <a:solidFill>
              <a:srgbClr val="CC0000"/>
            </a:solidFill>
            <a:ln w="12700">
              <a:solidFill>
                <a:srgbClr val="CC0000"/>
              </a:solidFill>
              <a:round/>
              <a:headEnd/>
              <a:tailEnd/>
            </a:ln>
          </p:spPr>
          <p:txBody>
            <a:bodyPr wrap="none" anchor="ctr"/>
            <a:lstStyle/>
            <a:p>
              <a:endParaRPr lang="en-US" dirty="0"/>
            </a:p>
          </p:txBody>
        </p:sp>
        <p:sp>
          <p:nvSpPr>
            <p:cNvPr id="174131" name="Oval 41"/>
            <p:cNvSpPr>
              <a:spLocks noChangeArrowheads="1"/>
            </p:cNvSpPr>
            <p:nvPr/>
          </p:nvSpPr>
          <p:spPr bwMode="auto">
            <a:xfrm>
              <a:off x="2172" y="1177"/>
              <a:ext cx="133" cy="172"/>
            </a:xfrm>
            <a:prstGeom prst="ellipse">
              <a:avLst/>
            </a:prstGeom>
            <a:solidFill>
              <a:srgbClr val="CC0000"/>
            </a:solidFill>
            <a:ln w="12700">
              <a:solidFill>
                <a:srgbClr val="CC0000"/>
              </a:solidFill>
              <a:round/>
              <a:headEnd/>
              <a:tailEnd/>
            </a:ln>
          </p:spPr>
          <p:txBody>
            <a:bodyPr wrap="none" anchor="ctr"/>
            <a:lstStyle/>
            <a:p>
              <a:endParaRPr lang="en-US" dirty="0"/>
            </a:p>
          </p:txBody>
        </p:sp>
        <p:sp>
          <p:nvSpPr>
            <p:cNvPr id="174132" name="Oval 42"/>
            <p:cNvSpPr>
              <a:spLocks noChangeArrowheads="1"/>
            </p:cNvSpPr>
            <p:nvPr/>
          </p:nvSpPr>
          <p:spPr bwMode="auto">
            <a:xfrm>
              <a:off x="2192" y="1702"/>
              <a:ext cx="134" cy="172"/>
            </a:xfrm>
            <a:prstGeom prst="ellipse">
              <a:avLst/>
            </a:prstGeom>
            <a:solidFill>
              <a:srgbClr val="CC0000"/>
            </a:solidFill>
            <a:ln w="12700">
              <a:solidFill>
                <a:srgbClr val="CC0000"/>
              </a:solidFill>
              <a:round/>
              <a:headEnd/>
              <a:tailEnd/>
            </a:ln>
          </p:spPr>
          <p:txBody>
            <a:bodyPr wrap="none" anchor="ctr"/>
            <a:lstStyle/>
            <a:p>
              <a:endParaRPr lang="en-US" dirty="0"/>
            </a:p>
          </p:txBody>
        </p:sp>
        <p:sp>
          <p:nvSpPr>
            <p:cNvPr id="174133" name="Oval 43"/>
            <p:cNvSpPr>
              <a:spLocks noChangeArrowheads="1"/>
            </p:cNvSpPr>
            <p:nvPr/>
          </p:nvSpPr>
          <p:spPr bwMode="auto">
            <a:xfrm>
              <a:off x="2557" y="735"/>
              <a:ext cx="134" cy="172"/>
            </a:xfrm>
            <a:prstGeom prst="ellipse">
              <a:avLst/>
            </a:prstGeom>
            <a:solidFill>
              <a:srgbClr val="CC0000"/>
            </a:solidFill>
            <a:ln w="12700">
              <a:solidFill>
                <a:srgbClr val="CC0000"/>
              </a:solidFill>
              <a:round/>
              <a:headEnd/>
              <a:tailEnd/>
            </a:ln>
          </p:spPr>
          <p:txBody>
            <a:bodyPr wrap="none" anchor="ctr"/>
            <a:lstStyle/>
            <a:p>
              <a:endParaRPr lang="en-US" dirty="0"/>
            </a:p>
          </p:txBody>
        </p:sp>
        <p:sp>
          <p:nvSpPr>
            <p:cNvPr id="174134" name="Oval 44"/>
            <p:cNvSpPr>
              <a:spLocks noChangeArrowheads="1"/>
            </p:cNvSpPr>
            <p:nvPr/>
          </p:nvSpPr>
          <p:spPr bwMode="auto">
            <a:xfrm>
              <a:off x="2557" y="1384"/>
              <a:ext cx="134" cy="172"/>
            </a:xfrm>
            <a:prstGeom prst="ellipse">
              <a:avLst/>
            </a:prstGeom>
            <a:solidFill>
              <a:srgbClr val="CC0000"/>
            </a:solidFill>
            <a:ln w="12700">
              <a:solidFill>
                <a:srgbClr val="CC0000"/>
              </a:solidFill>
              <a:round/>
              <a:headEnd/>
              <a:tailEnd/>
            </a:ln>
          </p:spPr>
          <p:txBody>
            <a:bodyPr wrap="none" anchor="ctr"/>
            <a:lstStyle/>
            <a:p>
              <a:endParaRPr lang="en-US" dirty="0"/>
            </a:p>
          </p:txBody>
        </p:sp>
        <p:sp>
          <p:nvSpPr>
            <p:cNvPr id="174135" name="Line 45"/>
            <p:cNvSpPr>
              <a:spLocks noChangeShapeType="1"/>
            </p:cNvSpPr>
            <p:nvPr/>
          </p:nvSpPr>
          <p:spPr bwMode="auto">
            <a:xfrm>
              <a:off x="1788" y="1380"/>
              <a:ext cx="0" cy="319"/>
            </a:xfrm>
            <a:prstGeom prst="line">
              <a:avLst/>
            </a:prstGeom>
            <a:noFill/>
            <a:ln w="12700">
              <a:solidFill>
                <a:srgbClr val="CC0000"/>
              </a:solidFill>
              <a:round/>
              <a:headEnd/>
              <a:tailEnd/>
            </a:ln>
          </p:spPr>
          <p:txBody>
            <a:bodyPr wrap="none" anchor="ctr"/>
            <a:lstStyle/>
            <a:p>
              <a:endParaRPr lang="en-US" dirty="0"/>
            </a:p>
          </p:txBody>
        </p:sp>
        <p:sp>
          <p:nvSpPr>
            <p:cNvPr id="174136" name="Line 46"/>
            <p:cNvSpPr>
              <a:spLocks noChangeShapeType="1"/>
            </p:cNvSpPr>
            <p:nvPr/>
          </p:nvSpPr>
          <p:spPr bwMode="auto">
            <a:xfrm>
              <a:off x="1622" y="1533"/>
              <a:ext cx="166" cy="1"/>
            </a:xfrm>
            <a:prstGeom prst="line">
              <a:avLst/>
            </a:prstGeom>
            <a:noFill/>
            <a:ln w="12700">
              <a:solidFill>
                <a:srgbClr val="CC0000"/>
              </a:solidFill>
              <a:round/>
              <a:headEnd/>
              <a:tailEnd/>
            </a:ln>
          </p:spPr>
          <p:txBody>
            <a:bodyPr wrap="none" anchor="ctr"/>
            <a:lstStyle/>
            <a:p>
              <a:endParaRPr lang="en-US" dirty="0"/>
            </a:p>
          </p:txBody>
        </p:sp>
        <p:sp>
          <p:nvSpPr>
            <p:cNvPr id="174137" name="Line 47"/>
            <p:cNvSpPr>
              <a:spLocks noChangeShapeType="1"/>
            </p:cNvSpPr>
            <p:nvPr/>
          </p:nvSpPr>
          <p:spPr bwMode="auto">
            <a:xfrm>
              <a:off x="1876" y="1263"/>
              <a:ext cx="322" cy="0"/>
            </a:xfrm>
            <a:prstGeom prst="line">
              <a:avLst/>
            </a:prstGeom>
            <a:noFill/>
            <a:ln w="12700">
              <a:solidFill>
                <a:srgbClr val="CC0000"/>
              </a:solidFill>
              <a:round/>
              <a:headEnd/>
              <a:tailEnd/>
            </a:ln>
          </p:spPr>
          <p:txBody>
            <a:bodyPr wrap="none" anchor="ctr"/>
            <a:lstStyle/>
            <a:p>
              <a:endParaRPr lang="en-US" dirty="0"/>
            </a:p>
          </p:txBody>
        </p:sp>
        <p:sp>
          <p:nvSpPr>
            <p:cNvPr id="174138" name="Line 48"/>
            <p:cNvSpPr>
              <a:spLocks noChangeShapeType="1"/>
            </p:cNvSpPr>
            <p:nvPr/>
          </p:nvSpPr>
          <p:spPr bwMode="auto">
            <a:xfrm>
              <a:off x="1855" y="1803"/>
              <a:ext cx="321" cy="0"/>
            </a:xfrm>
            <a:prstGeom prst="line">
              <a:avLst/>
            </a:prstGeom>
            <a:noFill/>
            <a:ln w="12700">
              <a:solidFill>
                <a:srgbClr val="CC0000"/>
              </a:solidFill>
              <a:round/>
              <a:headEnd/>
              <a:tailEnd/>
            </a:ln>
          </p:spPr>
          <p:txBody>
            <a:bodyPr wrap="none" anchor="ctr"/>
            <a:lstStyle/>
            <a:p>
              <a:endParaRPr lang="en-US" dirty="0"/>
            </a:p>
          </p:txBody>
        </p:sp>
        <p:sp>
          <p:nvSpPr>
            <p:cNvPr id="174139" name="Line 49"/>
            <p:cNvSpPr>
              <a:spLocks noChangeShapeType="1"/>
            </p:cNvSpPr>
            <p:nvPr/>
          </p:nvSpPr>
          <p:spPr bwMode="auto">
            <a:xfrm flipH="1" flipV="1">
              <a:off x="2240" y="1494"/>
              <a:ext cx="301" cy="1"/>
            </a:xfrm>
            <a:prstGeom prst="line">
              <a:avLst/>
            </a:prstGeom>
            <a:noFill/>
            <a:ln w="12700">
              <a:solidFill>
                <a:srgbClr val="CC0000"/>
              </a:solidFill>
              <a:round/>
              <a:headEnd/>
              <a:tailEnd/>
            </a:ln>
          </p:spPr>
          <p:txBody>
            <a:bodyPr wrap="none" anchor="ctr"/>
            <a:lstStyle/>
            <a:p>
              <a:endParaRPr lang="en-US" dirty="0"/>
            </a:p>
          </p:txBody>
        </p:sp>
        <p:sp>
          <p:nvSpPr>
            <p:cNvPr id="174140" name="Line 50"/>
            <p:cNvSpPr>
              <a:spLocks noChangeShapeType="1"/>
            </p:cNvSpPr>
            <p:nvPr/>
          </p:nvSpPr>
          <p:spPr bwMode="auto">
            <a:xfrm>
              <a:off x="2254" y="1508"/>
              <a:ext cx="1" cy="208"/>
            </a:xfrm>
            <a:prstGeom prst="line">
              <a:avLst/>
            </a:prstGeom>
            <a:noFill/>
            <a:ln w="12700">
              <a:solidFill>
                <a:srgbClr val="CC0000"/>
              </a:solidFill>
              <a:round/>
              <a:headEnd/>
              <a:tailEnd/>
            </a:ln>
          </p:spPr>
          <p:txBody>
            <a:bodyPr wrap="none" anchor="ctr"/>
            <a:lstStyle/>
            <a:p>
              <a:endParaRPr lang="en-US" dirty="0"/>
            </a:p>
          </p:txBody>
        </p:sp>
        <p:sp>
          <p:nvSpPr>
            <p:cNvPr id="174141" name="Line 51"/>
            <p:cNvSpPr>
              <a:spLocks noChangeShapeType="1"/>
            </p:cNvSpPr>
            <p:nvPr/>
          </p:nvSpPr>
          <p:spPr bwMode="auto">
            <a:xfrm flipH="1" flipV="1">
              <a:off x="2306" y="1266"/>
              <a:ext cx="300" cy="1"/>
            </a:xfrm>
            <a:prstGeom prst="line">
              <a:avLst/>
            </a:prstGeom>
            <a:noFill/>
            <a:ln w="12700">
              <a:solidFill>
                <a:srgbClr val="CC0000"/>
              </a:solidFill>
              <a:round/>
              <a:headEnd/>
              <a:tailEnd/>
            </a:ln>
          </p:spPr>
          <p:txBody>
            <a:bodyPr wrap="none" anchor="ctr"/>
            <a:lstStyle/>
            <a:p>
              <a:endParaRPr lang="en-US" dirty="0"/>
            </a:p>
          </p:txBody>
        </p:sp>
        <p:sp>
          <p:nvSpPr>
            <p:cNvPr id="174142" name="Line 52"/>
            <p:cNvSpPr>
              <a:spLocks noChangeShapeType="1"/>
            </p:cNvSpPr>
            <p:nvPr/>
          </p:nvSpPr>
          <p:spPr bwMode="auto">
            <a:xfrm>
              <a:off x="2619" y="1263"/>
              <a:ext cx="0" cy="121"/>
            </a:xfrm>
            <a:prstGeom prst="line">
              <a:avLst/>
            </a:prstGeom>
            <a:noFill/>
            <a:ln w="12700">
              <a:solidFill>
                <a:srgbClr val="CC0000"/>
              </a:solidFill>
              <a:round/>
              <a:headEnd/>
              <a:tailEnd/>
            </a:ln>
          </p:spPr>
          <p:txBody>
            <a:bodyPr wrap="none" anchor="ctr"/>
            <a:lstStyle/>
            <a:p>
              <a:endParaRPr lang="en-US" dirty="0"/>
            </a:p>
          </p:txBody>
        </p:sp>
        <p:sp>
          <p:nvSpPr>
            <p:cNvPr id="174143" name="Line 53"/>
            <p:cNvSpPr>
              <a:spLocks noChangeShapeType="1"/>
            </p:cNvSpPr>
            <p:nvPr/>
          </p:nvSpPr>
          <p:spPr bwMode="auto">
            <a:xfrm>
              <a:off x="2251" y="876"/>
              <a:ext cx="0" cy="319"/>
            </a:xfrm>
            <a:prstGeom prst="line">
              <a:avLst/>
            </a:prstGeom>
            <a:noFill/>
            <a:ln w="12700">
              <a:solidFill>
                <a:srgbClr val="CC0000"/>
              </a:solidFill>
              <a:round/>
              <a:headEnd/>
              <a:tailEnd/>
            </a:ln>
          </p:spPr>
          <p:txBody>
            <a:bodyPr wrap="none" anchor="ctr"/>
            <a:lstStyle/>
            <a:p>
              <a:endParaRPr lang="en-US" dirty="0"/>
            </a:p>
          </p:txBody>
        </p:sp>
        <p:sp>
          <p:nvSpPr>
            <p:cNvPr id="174144" name="Line 54"/>
            <p:cNvSpPr>
              <a:spLocks noChangeShapeType="1"/>
            </p:cNvSpPr>
            <p:nvPr/>
          </p:nvSpPr>
          <p:spPr bwMode="auto">
            <a:xfrm>
              <a:off x="2261" y="858"/>
              <a:ext cx="301" cy="0"/>
            </a:xfrm>
            <a:prstGeom prst="line">
              <a:avLst/>
            </a:prstGeom>
            <a:noFill/>
            <a:ln w="12700">
              <a:solidFill>
                <a:srgbClr val="CC0000"/>
              </a:solidFill>
              <a:round/>
              <a:headEnd/>
              <a:tailEnd/>
            </a:ln>
          </p:spPr>
          <p:txBody>
            <a:bodyPr wrap="none" anchor="ctr"/>
            <a:lstStyle/>
            <a:p>
              <a:endParaRPr lang="en-US" dirty="0"/>
            </a:p>
          </p:txBody>
        </p:sp>
        <p:sp>
          <p:nvSpPr>
            <p:cNvPr id="174145" name="Oval 55"/>
            <p:cNvSpPr>
              <a:spLocks noChangeArrowheads="1"/>
            </p:cNvSpPr>
            <p:nvPr/>
          </p:nvSpPr>
          <p:spPr bwMode="auto">
            <a:xfrm>
              <a:off x="2976" y="1394"/>
              <a:ext cx="133" cy="172"/>
            </a:xfrm>
            <a:prstGeom prst="ellipse">
              <a:avLst/>
            </a:prstGeom>
            <a:solidFill>
              <a:srgbClr val="CC0000"/>
            </a:solidFill>
            <a:ln w="12700">
              <a:solidFill>
                <a:srgbClr val="CC0000"/>
              </a:solidFill>
              <a:round/>
              <a:headEnd/>
              <a:tailEnd/>
            </a:ln>
          </p:spPr>
          <p:txBody>
            <a:bodyPr wrap="none" anchor="ctr"/>
            <a:lstStyle/>
            <a:p>
              <a:endParaRPr lang="en-US" dirty="0"/>
            </a:p>
          </p:txBody>
        </p:sp>
        <p:sp>
          <p:nvSpPr>
            <p:cNvPr id="174146" name="Oval 56"/>
            <p:cNvSpPr>
              <a:spLocks noChangeArrowheads="1"/>
            </p:cNvSpPr>
            <p:nvPr/>
          </p:nvSpPr>
          <p:spPr bwMode="auto">
            <a:xfrm>
              <a:off x="2931" y="1735"/>
              <a:ext cx="133" cy="172"/>
            </a:xfrm>
            <a:prstGeom prst="ellipse">
              <a:avLst/>
            </a:prstGeom>
            <a:solidFill>
              <a:srgbClr val="CC0000"/>
            </a:solidFill>
            <a:ln w="12700">
              <a:solidFill>
                <a:srgbClr val="CC0000"/>
              </a:solidFill>
              <a:round/>
              <a:headEnd/>
              <a:tailEnd/>
            </a:ln>
          </p:spPr>
          <p:txBody>
            <a:bodyPr wrap="none" anchor="ctr"/>
            <a:lstStyle/>
            <a:p>
              <a:endParaRPr lang="en-US" dirty="0"/>
            </a:p>
          </p:txBody>
        </p:sp>
        <p:sp>
          <p:nvSpPr>
            <p:cNvPr id="174147" name="Line 57"/>
            <p:cNvSpPr>
              <a:spLocks noChangeShapeType="1"/>
            </p:cNvSpPr>
            <p:nvPr/>
          </p:nvSpPr>
          <p:spPr bwMode="auto">
            <a:xfrm flipH="1">
              <a:off x="2649" y="1493"/>
              <a:ext cx="301" cy="11"/>
            </a:xfrm>
            <a:prstGeom prst="line">
              <a:avLst/>
            </a:prstGeom>
            <a:noFill/>
            <a:ln w="12700">
              <a:solidFill>
                <a:srgbClr val="CC0000"/>
              </a:solidFill>
              <a:round/>
              <a:headEnd/>
              <a:tailEnd/>
            </a:ln>
          </p:spPr>
          <p:txBody>
            <a:bodyPr wrap="none" anchor="ctr"/>
            <a:lstStyle/>
            <a:p>
              <a:endParaRPr lang="en-US" dirty="0"/>
            </a:p>
          </p:txBody>
        </p:sp>
        <p:sp>
          <p:nvSpPr>
            <p:cNvPr id="174148" name="Line 58"/>
            <p:cNvSpPr>
              <a:spLocks noChangeShapeType="1"/>
            </p:cNvSpPr>
            <p:nvPr/>
          </p:nvSpPr>
          <p:spPr bwMode="auto">
            <a:xfrm>
              <a:off x="2604" y="1572"/>
              <a:ext cx="0" cy="258"/>
            </a:xfrm>
            <a:prstGeom prst="line">
              <a:avLst/>
            </a:prstGeom>
            <a:noFill/>
            <a:ln w="12700">
              <a:solidFill>
                <a:srgbClr val="CC0000"/>
              </a:solidFill>
              <a:round/>
              <a:headEnd/>
              <a:tailEnd/>
            </a:ln>
          </p:spPr>
          <p:txBody>
            <a:bodyPr wrap="none" anchor="ctr"/>
            <a:lstStyle/>
            <a:p>
              <a:endParaRPr lang="en-US" dirty="0"/>
            </a:p>
          </p:txBody>
        </p:sp>
        <p:sp>
          <p:nvSpPr>
            <p:cNvPr id="6" name="Line 59"/>
            <p:cNvSpPr>
              <a:spLocks noChangeShapeType="1"/>
            </p:cNvSpPr>
            <p:nvPr/>
          </p:nvSpPr>
          <p:spPr bwMode="auto">
            <a:xfrm flipH="1">
              <a:off x="2593" y="1822"/>
              <a:ext cx="323" cy="0"/>
            </a:xfrm>
            <a:prstGeom prst="line">
              <a:avLst/>
            </a:prstGeom>
            <a:noFill/>
            <a:ln w="12700">
              <a:solidFill>
                <a:srgbClr val="CC0000"/>
              </a:solidFill>
              <a:round/>
              <a:headEnd/>
              <a:tailEnd/>
            </a:ln>
          </p:spPr>
          <p:txBody>
            <a:bodyPr wrap="none" anchor="ctr"/>
            <a:lstStyle/>
            <a:p>
              <a:endParaRPr lang="en-US" dirty="0"/>
            </a:p>
          </p:txBody>
        </p:sp>
      </p:grpSp>
      <p:sp>
        <p:nvSpPr>
          <p:cNvPr id="174105" name="Text Box 60"/>
          <p:cNvSpPr txBox="1">
            <a:spLocks noChangeArrowheads="1"/>
          </p:cNvSpPr>
          <p:nvPr/>
        </p:nvSpPr>
        <p:spPr bwMode="auto">
          <a:xfrm>
            <a:off x="402608" y="1845864"/>
            <a:ext cx="1752600" cy="244475"/>
          </a:xfrm>
          <a:prstGeom prst="rect">
            <a:avLst/>
          </a:prstGeom>
          <a:noFill/>
          <a:ln w="9525">
            <a:noFill/>
            <a:miter lim="800000"/>
            <a:headEnd/>
            <a:tailEnd/>
          </a:ln>
        </p:spPr>
        <p:txBody>
          <a:bodyPr>
            <a:spAutoFit/>
          </a:bodyPr>
          <a:lstStyle/>
          <a:p>
            <a:pPr algn="ctr" eaLnBrk="0" hangingPunct="0">
              <a:spcBef>
                <a:spcPct val="50000"/>
              </a:spcBef>
            </a:pPr>
            <a:r>
              <a:rPr lang="en-US" sz="1000" b="0" dirty="0"/>
              <a:t>Strategy</a:t>
            </a:r>
          </a:p>
        </p:txBody>
      </p:sp>
      <p:grpSp>
        <p:nvGrpSpPr>
          <p:cNvPr id="11" name="Group 61"/>
          <p:cNvGrpSpPr>
            <a:grpSpLocks/>
          </p:cNvGrpSpPr>
          <p:nvPr/>
        </p:nvGrpSpPr>
        <p:grpSpPr bwMode="auto">
          <a:xfrm>
            <a:off x="4365008" y="1160064"/>
            <a:ext cx="2713038" cy="1344613"/>
            <a:chOff x="2925" y="552"/>
            <a:chExt cx="1709" cy="847"/>
          </a:xfrm>
        </p:grpSpPr>
        <p:grpSp>
          <p:nvGrpSpPr>
            <p:cNvPr id="12" name="Group 62"/>
            <p:cNvGrpSpPr>
              <a:grpSpLocks/>
            </p:cNvGrpSpPr>
            <p:nvPr/>
          </p:nvGrpSpPr>
          <p:grpSpPr bwMode="auto">
            <a:xfrm>
              <a:off x="3216" y="629"/>
              <a:ext cx="1418" cy="770"/>
              <a:chOff x="3408" y="496"/>
              <a:chExt cx="1418" cy="770"/>
            </a:xfrm>
          </p:grpSpPr>
          <p:pic>
            <p:nvPicPr>
              <p:cNvPr id="174126" name="Picture 63" descr="ScheduleMoney"/>
              <p:cNvPicPr>
                <a:picLocks noChangeAspect="1" noChangeArrowheads="1"/>
              </p:cNvPicPr>
              <p:nvPr/>
            </p:nvPicPr>
            <p:blipFill>
              <a:blip r:embed="rId10" cstate="print"/>
              <a:srcRect/>
              <a:stretch>
                <a:fillRect/>
              </a:stretch>
            </p:blipFill>
            <p:spPr bwMode="auto">
              <a:xfrm>
                <a:off x="4176" y="496"/>
                <a:ext cx="650" cy="541"/>
              </a:xfrm>
              <a:prstGeom prst="rect">
                <a:avLst/>
              </a:prstGeom>
              <a:noFill/>
              <a:ln w="9525">
                <a:noFill/>
                <a:miter lim="800000"/>
                <a:headEnd/>
                <a:tailEnd/>
              </a:ln>
            </p:spPr>
          </p:pic>
          <p:sp>
            <p:nvSpPr>
              <p:cNvPr id="174127" name="Rectangle 64"/>
              <p:cNvSpPr>
                <a:spLocks noChangeArrowheads="1"/>
              </p:cNvSpPr>
              <p:nvPr/>
            </p:nvSpPr>
            <p:spPr bwMode="auto">
              <a:xfrm>
                <a:off x="3408" y="720"/>
                <a:ext cx="1392" cy="546"/>
              </a:xfrm>
              <a:prstGeom prst="rect">
                <a:avLst/>
              </a:prstGeom>
              <a:noFill/>
              <a:ln w="9525">
                <a:noFill/>
                <a:miter lim="800000"/>
                <a:headEnd/>
                <a:tailEnd/>
              </a:ln>
            </p:spPr>
            <p:txBody>
              <a:bodyPr>
                <a:spAutoFit/>
              </a:bodyPr>
              <a:lstStyle/>
              <a:p>
                <a:pPr>
                  <a:lnSpc>
                    <a:spcPct val="90000"/>
                  </a:lnSpc>
                  <a:spcBef>
                    <a:spcPct val="50000"/>
                  </a:spcBef>
                  <a:buFontTx/>
                  <a:buChar char="•"/>
                </a:pPr>
                <a:r>
                  <a:rPr lang="en-US" sz="1000" b="0" dirty="0">
                    <a:latin typeface="Calibri" pitchFamily="34" charset="0"/>
                  </a:rPr>
                  <a:t> Program Brief</a:t>
                </a:r>
              </a:p>
              <a:p>
                <a:pPr>
                  <a:lnSpc>
                    <a:spcPct val="90000"/>
                  </a:lnSpc>
                  <a:spcBef>
                    <a:spcPct val="50000"/>
                  </a:spcBef>
                  <a:buFontTx/>
                  <a:buChar char="•"/>
                </a:pPr>
                <a:r>
                  <a:rPr lang="en-US" sz="1000" b="0" dirty="0">
                    <a:latin typeface="Calibri" pitchFamily="34" charset="0"/>
                  </a:rPr>
                  <a:t> Program Timelines</a:t>
                </a:r>
              </a:p>
              <a:p>
                <a:pPr>
                  <a:lnSpc>
                    <a:spcPct val="90000"/>
                  </a:lnSpc>
                  <a:spcBef>
                    <a:spcPct val="50000"/>
                  </a:spcBef>
                  <a:buFontTx/>
                  <a:buChar char="•"/>
                </a:pPr>
                <a:r>
                  <a:rPr lang="en-US" sz="1000" b="0" dirty="0">
                    <a:latin typeface="Calibri" pitchFamily="34" charset="0"/>
                  </a:rPr>
                  <a:t> Mail File Delivery Channels</a:t>
                </a:r>
              </a:p>
              <a:p>
                <a:pPr>
                  <a:lnSpc>
                    <a:spcPct val="90000"/>
                  </a:lnSpc>
                  <a:spcBef>
                    <a:spcPct val="50000"/>
                  </a:spcBef>
                  <a:buFontTx/>
                  <a:buChar char="•"/>
                </a:pPr>
                <a:r>
                  <a:rPr lang="en-US" sz="1000" b="0" dirty="0">
                    <a:latin typeface="Calibri" pitchFamily="34" charset="0"/>
                  </a:rPr>
                  <a:t> Point of Contacts</a:t>
                </a:r>
              </a:p>
            </p:txBody>
          </p:sp>
        </p:grpSp>
        <p:sp>
          <p:nvSpPr>
            <p:cNvPr id="174125" name="Rectangle 65"/>
            <p:cNvSpPr>
              <a:spLocks noChangeArrowheads="1"/>
            </p:cNvSpPr>
            <p:nvPr/>
          </p:nvSpPr>
          <p:spPr bwMode="auto">
            <a:xfrm>
              <a:off x="2925" y="552"/>
              <a:ext cx="1335" cy="230"/>
            </a:xfrm>
            <a:prstGeom prst="rect">
              <a:avLst/>
            </a:prstGeom>
            <a:noFill/>
            <a:ln w="9525">
              <a:noFill/>
              <a:miter lim="800000"/>
              <a:headEnd/>
              <a:tailEnd/>
            </a:ln>
          </p:spPr>
          <p:txBody>
            <a:bodyPr wrap="none">
              <a:spAutoFit/>
            </a:bodyPr>
            <a:lstStyle/>
            <a:p>
              <a:pPr>
                <a:lnSpc>
                  <a:spcPct val="90000"/>
                </a:lnSpc>
                <a:spcBef>
                  <a:spcPct val="50000"/>
                </a:spcBef>
              </a:pPr>
              <a:r>
                <a:rPr lang="en-US" sz="1000" dirty="0"/>
                <a:t>Campaign Planning, Scheduling</a:t>
              </a:r>
              <a:br>
                <a:rPr lang="en-US" sz="1000" dirty="0"/>
              </a:br>
              <a:r>
                <a:rPr lang="en-US" sz="1000" dirty="0"/>
                <a:t>  and Documentation</a:t>
              </a:r>
            </a:p>
          </p:txBody>
        </p:sp>
      </p:grpSp>
      <p:grpSp>
        <p:nvGrpSpPr>
          <p:cNvPr id="13" name="Group 66"/>
          <p:cNvGrpSpPr>
            <a:grpSpLocks/>
          </p:cNvGrpSpPr>
          <p:nvPr/>
        </p:nvGrpSpPr>
        <p:grpSpPr bwMode="auto">
          <a:xfrm>
            <a:off x="6270008" y="5122464"/>
            <a:ext cx="1981200" cy="1484313"/>
            <a:chOff x="4416" y="1536"/>
            <a:chExt cx="1344" cy="1130"/>
          </a:xfrm>
        </p:grpSpPr>
        <p:pic>
          <p:nvPicPr>
            <p:cNvPr id="174122" name="Picture 67" descr="BS00580_"/>
            <p:cNvPicPr>
              <a:picLocks noChangeAspect="1" noChangeArrowheads="1"/>
            </p:cNvPicPr>
            <p:nvPr/>
          </p:nvPicPr>
          <p:blipFill>
            <a:blip r:embed="rId11" cstate="print"/>
            <a:srcRect/>
            <a:stretch>
              <a:fillRect/>
            </a:stretch>
          </p:blipFill>
          <p:spPr bwMode="auto">
            <a:xfrm>
              <a:off x="4971" y="1536"/>
              <a:ext cx="789" cy="773"/>
            </a:xfrm>
            <a:prstGeom prst="rect">
              <a:avLst/>
            </a:prstGeom>
            <a:noFill/>
            <a:ln w="9525">
              <a:noFill/>
              <a:miter lim="800000"/>
              <a:headEnd/>
              <a:tailEnd/>
            </a:ln>
          </p:spPr>
        </p:pic>
        <p:sp>
          <p:nvSpPr>
            <p:cNvPr id="174123" name="Rectangle 68"/>
            <p:cNvSpPr>
              <a:spLocks noChangeArrowheads="1"/>
            </p:cNvSpPr>
            <p:nvPr/>
          </p:nvSpPr>
          <p:spPr bwMode="auto">
            <a:xfrm>
              <a:off x="4416" y="2208"/>
              <a:ext cx="1296" cy="458"/>
            </a:xfrm>
            <a:prstGeom prst="rect">
              <a:avLst/>
            </a:prstGeom>
            <a:noFill/>
            <a:ln w="9525">
              <a:noFill/>
              <a:miter lim="800000"/>
              <a:headEnd/>
              <a:tailEnd/>
            </a:ln>
          </p:spPr>
          <p:txBody>
            <a:bodyPr>
              <a:spAutoFit/>
            </a:bodyPr>
            <a:lstStyle/>
            <a:p>
              <a:pPr>
                <a:lnSpc>
                  <a:spcPct val="95000"/>
                </a:lnSpc>
                <a:spcBef>
                  <a:spcPct val="50000"/>
                </a:spcBef>
                <a:buFontTx/>
                <a:buChar char="•"/>
              </a:pPr>
              <a:r>
                <a:rPr lang="en-US" sz="1000" b="0" dirty="0"/>
                <a:t>Response/Statistical Models – Create Deciles</a:t>
              </a:r>
            </a:p>
            <a:p>
              <a:pPr>
                <a:lnSpc>
                  <a:spcPct val="95000"/>
                </a:lnSpc>
                <a:spcBef>
                  <a:spcPct val="50000"/>
                </a:spcBef>
                <a:buFontTx/>
                <a:buChar char="•"/>
              </a:pPr>
              <a:r>
                <a:rPr lang="en-US" sz="1000" b="0" dirty="0"/>
                <a:t> Selection Strategy</a:t>
              </a:r>
            </a:p>
          </p:txBody>
        </p:sp>
      </p:grpSp>
      <p:sp>
        <p:nvSpPr>
          <p:cNvPr id="174149" name="AutoShape 69"/>
          <p:cNvSpPr>
            <a:spLocks noChangeArrowheads="1"/>
          </p:cNvSpPr>
          <p:nvPr/>
        </p:nvSpPr>
        <p:spPr bwMode="auto">
          <a:xfrm flipV="1">
            <a:off x="7184408" y="1693464"/>
            <a:ext cx="685800" cy="609600"/>
          </a:xfrm>
          <a:custGeom>
            <a:avLst/>
            <a:gdLst>
              <a:gd name="G0" fmla="+- 9257 0 0"/>
              <a:gd name="G1" fmla="+- 18514 0 0"/>
              <a:gd name="G2" fmla="+- 7200 0 0"/>
              <a:gd name="G3" fmla="*/ 9257 1 2"/>
              <a:gd name="G4" fmla="+- G3 10800 0"/>
              <a:gd name="G5" fmla="+- 21600 9257 18514"/>
              <a:gd name="G6" fmla="+- 18514 7200 0"/>
              <a:gd name="G7" fmla="*/ G6 1 2"/>
              <a:gd name="G8" fmla="*/ 18514 2 1"/>
              <a:gd name="G9" fmla="+- G8 0 21600"/>
              <a:gd name="G10" fmla="*/ 21600 G0 G1"/>
              <a:gd name="G11" fmla="*/ 21600 G4 G1"/>
              <a:gd name="G12" fmla="*/ 21600 G5 G1"/>
              <a:gd name="G13" fmla="*/ 21600 G7 G1"/>
              <a:gd name="G14" fmla="*/ 18514 1 2"/>
              <a:gd name="G15" fmla="+- G5 0 G4"/>
              <a:gd name="G16" fmla="+- G0 0 G4"/>
              <a:gd name="G17" fmla="*/ G2 G15 G16"/>
              <a:gd name="T0" fmla="*/ 15429 w 21600"/>
              <a:gd name="T1" fmla="*/ 0 h 21600"/>
              <a:gd name="T2" fmla="*/ 9257 w 21600"/>
              <a:gd name="T3" fmla="*/ 7200 h 21600"/>
              <a:gd name="T4" fmla="*/ 0 w 21600"/>
              <a:gd name="T5" fmla="*/ 18001 h 21600"/>
              <a:gd name="T6" fmla="*/ 9257 w 21600"/>
              <a:gd name="T7" fmla="*/ 21600 h 21600"/>
              <a:gd name="T8" fmla="*/ 18514 w 21600"/>
              <a:gd name="T9" fmla="*/ 15000 h 21600"/>
              <a:gd name="T10" fmla="*/ 21600 w 21600"/>
              <a:gd name="T11" fmla="*/ 7200 h 21600"/>
              <a:gd name="T12" fmla="*/ 17694720 60000 65536"/>
              <a:gd name="T13" fmla="*/ 11796480 60000 65536"/>
              <a:gd name="T14" fmla="*/ 11796480 60000 65536"/>
              <a:gd name="T15" fmla="*/ 5898240 60000 65536"/>
              <a:gd name="T16" fmla="*/ 0 60000 65536"/>
              <a:gd name="T17" fmla="*/ 0 60000 65536"/>
              <a:gd name="T18" fmla="*/ 0 w 21600"/>
              <a:gd name="T19" fmla="*/ G12 h 21600"/>
              <a:gd name="T20" fmla="*/ G1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429" y="0"/>
                </a:moveTo>
                <a:lnTo>
                  <a:pt x="9257" y="7200"/>
                </a:lnTo>
                <a:lnTo>
                  <a:pt x="12343" y="7200"/>
                </a:lnTo>
                <a:lnTo>
                  <a:pt x="12343" y="14400"/>
                </a:lnTo>
                <a:lnTo>
                  <a:pt x="0" y="14400"/>
                </a:lnTo>
                <a:lnTo>
                  <a:pt x="0" y="21600"/>
                </a:lnTo>
                <a:lnTo>
                  <a:pt x="18514" y="21600"/>
                </a:lnTo>
                <a:lnTo>
                  <a:pt x="18514" y="7200"/>
                </a:lnTo>
                <a:lnTo>
                  <a:pt x="21600" y="7200"/>
                </a:lnTo>
                <a:close/>
              </a:path>
            </a:pathLst>
          </a:custGeom>
          <a:solidFill>
            <a:schemeClr val="hlink"/>
          </a:solidFill>
          <a:ln w="9525">
            <a:solidFill>
              <a:schemeClr val="tx1"/>
            </a:solidFill>
            <a:miter lim="800000"/>
            <a:headEnd/>
            <a:tailEnd/>
          </a:ln>
          <a:effectLst>
            <a:outerShdw dist="107763" dir="2700000" algn="ctr" rotWithShape="0">
              <a:schemeClr val="bg2"/>
            </a:outerShdw>
          </a:effectLst>
        </p:spPr>
        <p:txBody>
          <a:bodyPr wrap="none" anchor="ctr"/>
          <a:lstStyle/>
          <a:p>
            <a:pPr>
              <a:defRPr/>
            </a:pPr>
            <a:endParaRPr lang="en-US" dirty="0"/>
          </a:p>
        </p:txBody>
      </p:sp>
      <p:grpSp>
        <p:nvGrpSpPr>
          <p:cNvPr id="14" name="Group 70"/>
          <p:cNvGrpSpPr>
            <a:grpSpLocks/>
          </p:cNvGrpSpPr>
          <p:nvPr/>
        </p:nvGrpSpPr>
        <p:grpSpPr bwMode="auto">
          <a:xfrm>
            <a:off x="6803408" y="1312464"/>
            <a:ext cx="1295400" cy="682625"/>
            <a:chOff x="4704" y="672"/>
            <a:chExt cx="816" cy="430"/>
          </a:xfrm>
        </p:grpSpPr>
        <p:sp>
          <p:nvSpPr>
            <p:cNvPr id="174120" name="Text Box 71"/>
            <p:cNvSpPr txBox="1">
              <a:spLocks noChangeArrowheads="1"/>
            </p:cNvSpPr>
            <p:nvPr/>
          </p:nvSpPr>
          <p:spPr bwMode="auto">
            <a:xfrm>
              <a:off x="4704" y="672"/>
              <a:ext cx="816" cy="230"/>
            </a:xfrm>
            <a:prstGeom prst="rect">
              <a:avLst/>
            </a:prstGeom>
            <a:noFill/>
            <a:ln w="9525">
              <a:noFill/>
              <a:miter lim="800000"/>
              <a:headEnd/>
              <a:tailEnd/>
            </a:ln>
          </p:spPr>
          <p:txBody>
            <a:bodyPr>
              <a:spAutoFit/>
            </a:bodyPr>
            <a:lstStyle/>
            <a:p>
              <a:pPr>
                <a:spcBef>
                  <a:spcPct val="50000"/>
                </a:spcBef>
              </a:pPr>
              <a:r>
                <a:rPr lang="en-US" sz="900" b="0" dirty="0"/>
                <a:t>Files Selection Process</a:t>
              </a:r>
            </a:p>
          </p:txBody>
        </p:sp>
        <p:sp>
          <p:nvSpPr>
            <p:cNvPr id="174121" name="Text Box 72"/>
            <p:cNvSpPr txBox="1">
              <a:spLocks noChangeArrowheads="1"/>
            </p:cNvSpPr>
            <p:nvPr/>
          </p:nvSpPr>
          <p:spPr bwMode="auto">
            <a:xfrm rot="5400000">
              <a:off x="5245" y="838"/>
              <a:ext cx="384" cy="144"/>
            </a:xfrm>
            <a:prstGeom prst="rect">
              <a:avLst/>
            </a:prstGeom>
            <a:noFill/>
            <a:ln w="9525">
              <a:noFill/>
              <a:miter lim="800000"/>
              <a:headEnd/>
              <a:tailEnd/>
            </a:ln>
          </p:spPr>
          <p:txBody>
            <a:bodyPr>
              <a:spAutoFit/>
            </a:bodyPr>
            <a:lstStyle/>
            <a:p>
              <a:pPr>
                <a:spcBef>
                  <a:spcPct val="50000"/>
                </a:spcBef>
              </a:pPr>
              <a:r>
                <a:rPr lang="en-US" sz="900" b="0" dirty="0"/>
                <a:t>begins</a:t>
              </a:r>
            </a:p>
          </p:txBody>
        </p:sp>
      </p:grpSp>
      <p:sp>
        <p:nvSpPr>
          <p:cNvPr id="174153" name="AutoShape 73"/>
          <p:cNvSpPr>
            <a:spLocks noChangeArrowheads="1"/>
          </p:cNvSpPr>
          <p:nvPr/>
        </p:nvSpPr>
        <p:spPr bwMode="auto">
          <a:xfrm rot="-16200000">
            <a:off x="7260608" y="4589064"/>
            <a:ext cx="533400" cy="381000"/>
          </a:xfrm>
          <a:prstGeom prst="rightArrow">
            <a:avLst>
              <a:gd name="adj1" fmla="val 50000"/>
              <a:gd name="adj2" fmla="val 35000"/>
            </a:avLst>
          </a:prstGeom>
          <a:solidFill>
            <a:schemeClr val="hlink"/>
          </a:solidFill>
          <a:ln w="9525">
            <a:solidFill>
              <a:schemeClr val="tx1"/>
            </a:solidFill>
            <a:miter lim="800000"/>
            <a:headEnd/>
            <a:tailEnd/>
          </a:ln>
          <a:effectLst>
            <a:outerShdw dist="107763" dir="2700000" algn="ctr" rotWithShape="0">
              <a:schemeClr val="bg2"/>
            </a:outerShdw>
          </a:effectLst>
        </p:spPr>
        <p:txBody>
          <a:bodyPr wrap="none" anchor="ctr"/>
          <a:lstStyle/>
          <a:p>
            <a:pPr>
              <a:defRPr/>
            </a:pPr>
            <a:endParaRPr lang="en-US" dirty="0"/>
          </a:p>
        </p:txBody>
      </p:sp>
      <p:grpSp>
        <p:nvGrpSpPr>
          <p:cNvPr id="15" name="Group 74"/>
          <p:cNvGrpSpPr>
            <a:grpSpLocks/>
          </p:cNvGrpSpPr>
          <p:nvPr/>
        </p:nvGrpSpPr>
        <p:grpSpPr bwMode="auto">
          <a:xfrm>
            <a:off x="6574808" y="2455464"/>
            <a:ext cx="1828800" cy="2000250"/>
            <a:chOff x="4608" y="1391"/>
            <a:chExt cx="1152" cy="1260"/>
          </a:xfrm>
        </p:grpSpPr>
        <p:pic>
          <p:nvPicPr>
            <p:cNvPr id="174117" name="Picture 75" descr="data_funnel"/>
            <p:cNvPicPr>
              <a:picLocks noChangeAspect="1" noChangeArrowheads="1"/>
            </p:cNvPicPr>
            <p:nvPr/>
          </p:nvPicPr>
          <p:blipFill>
            <a:blip r:embed="rId12" cstate="print"/>
            <a:srcRect/>
            <a:stretch>
              <a:fillRect/>
            </a:stretch>
          </p:blipFill>
          <p:spPr bwMode="auto">
            <a:xfrm>
              <a:off x="4873" y="1536"/>
              <a:ext cx="623" cy="672"/>
            </a:xfrm>
            <a:prstGeom prst="rect">
              <a:avLst/>
            </a:prstGeom>
            <a:noFill/>
            <a:ln w="9525">
              <a:noFill/>
              <a:miter lim="800000"/>
              <a:headEnd/>
              <a:tailEnd/>
            </a:ln>
          </p:spPr>
        </p:pic>
        <p:sp>
          <p:nvSpPr>
            <p:cNvPr id="174118" name="Text Box 76"/>
            <p:cNvSpPr txBox="1">
              <a:spLocks noChangeArrowheads="1"/>
            </p:cNvSpPr>
            <p:nvPr/>
          </p:nvSpPr>
          <p:spPr bwMode="auto">
            <a:xfrm>
              <a:off x="4608" y="2169"/>
              <a:ext cx="1152" cy="482"/>
            </a:xfrm>
            <a:prstGeom prst="rect">
              <a:avLst/>
            </a:prstGeom>
            <a:noFill/>
            <a:ln w="9525">
              <a:noFill/>
              <a:miter lim="800000"/>
              <a:headEnd/>
              <a:tailEnd/>
            </a:ln>
          </p:spPr>
          <p:txBody>
            <a:bodyPr>
              <a:spAutoFit/>
            </a:bodyPr>
            <a:lstStyle/>
            <a:p>
              <a:pPr algn="ctr">
                <a:lnSpc>
                  <a:spcPct val="85000"/>
                </a:lnSpc>
                <a:spcBef>
                  <a:spcPct val="50000"/>
                </a:spcBef>
              </a:pPr>
              <a:br>
                <a:rPr lang="en-US" sz="1000" b="0" dirty="0"/>
              </a:br>
              <a:r>
                <a:rPr lang="en-US" sz="1000" b="0" dirty="0"/>
                <a:t>Direct Marketing</a:t>
              </a:r>
            </a:p>
            <a:p>
              <a:pPr algn="ctr">
                <a:lnSpc>
                  <a:spcPct val="85000"/>
                </a:lnSpc>
                <a:spcBef>
                  <a:spcPct val="50000"/>
                </a:spcBef>
              </a:pPr>
              <a:r>
                <a:rPr lang="en-US" sz="1000" b="0" dirty="0"/>
                <a:t>Legal Compliance</a:t>
              </a:r>
            </a:p>
            <a:p>
              <a:pPr algn="ctr">
                <a:lnSpc>
                  <a:spcPct val="85000"/>
                </a:lnSpc>
                <a:spcBef>
                  <a:spcPct val="50000"/>
                </a:spcBef>
              </a:pPr>
              <a:r>
                <a:rPr lang="en-US" sz="1000" b="0" dirty="0"/>
                <a:t>Privacy</a:t>
              </a:r>
            </a:p>
          </p:txBody>
        </p:sp>
        <p:sp>
          <p:nvSpPr>
            <p:cNvPr id="174119" name="Rectangle 77"/>
            <p:cNvSpPr>
              <a:spLocks noChangeArrowheads="1"/>
            </p:cNvSpPr>
            <p:nvPr/>
          </p:nvSpPr>
          <p:spPr bwMode="auto">
            <a:xfrm>
              <a:off x="4861" y="1391"/>
              <a:ext cx="558" cy="140"/>
            </a:xfrm>
            <a:prstGeom prst="rect">
              <a:avLst/>
            </a:prstGeom>
            <a:noFill/>
            <a:ln w="9525">
              <a:noFill/>
              <a:miter lim="800000"/>
              <a:headEnd/>
              <a:tailEnd/>
            </a:ln>
          </p:spPr>
          <p:txBody>
            <a:bodyPr wrap="none">
              <a:spAutoFit/>
            </a:bodyPr>
            <a:lstStyle/>
            <a:p>
              <a:pPr>
                <a:lnSpc>
                  <a:spcPct val="85000"/>
                </a:lnSpc>
              </a:pPr>
              <a:r>
                <a:rPr lang="en-US" sz="1000" b="0" dirty="0"/>
                <a:t>Suppression</a:t>
              </a:r>
            </a:p>
          </p:txBody>
        </p:sp>
      </p:grpSp>
      <p:pic>
        <p:nvPicPr>
          <p:cNvPr id="174112" name="Picture 78" descr="seo-campaign-tracking"/>
          <p:cNvPicPr>
            <a:picLocks noChangeAspect="1" noChangeArrowheads="1"/>
          </p:cNvPicPr>
          <p:nvPr/>
        </p:nvPicPr>
        <p:blipFill>
          <a:blip r:embed="rId13" cstate="print"/>
          <a:srcRect/>
          <a:stretch>
            <a:fillRect/>
          </a:stretch>
        </p:blipFill>
        <p:spPr bwMode="auto">
          <a:xfrm>
            <a:off x="802658" y="2714227"/>
            <a:ext cx="971550" cy="808037"/>
          </a:xfrm>
          <a:prstGeom prst="rect">
            <a:avLst/>
          </a:prstGeom>
          <a:noFill/>
          <a:ln w="9525">
            <a:solidFill>
              <a:schemeClr val="hlink"/>
            </a:solidFill>
            <a:miter lim="800000"/>
            <a:headEnd/>
            <a:tailEnd/>
          </a:ln>
        </p:spPr>
      </p:pic>
      <p:sp>
        <p:nvSpPr>
          <p:cNvPr id="174113" name="Rectangle 79"/>
          <p:cNvSpPr>
            <a:spLocks noChangeArrowheads="1"/>
          </p:cNvSpPr>
          <p:nvPr/>
        </p:nvSpPr>
        <p:spPr bwMode="auto">
          <a:xfrm>
            <a:off x="645496" y="3522264"/>
            <a:ext cx="1281112" cy="244475"/>
          </a:xfrm>
          <a:prstGeom prst="rect">
            <a:avLst/>
          </a:prstGeom>
          <a:noFill/>
          <a:ln w="9525">
            <a:noFill/>
            <a:miter lim="800000"/>
            <a:headEnd/>
            <a:tailEnd/>
          </a:ln>
        </p:spPr>
        <p:txBody>
          <a:bodyPr wrap="none">
            <a:spAutoFit/>
          </a:bodyPr>
          <a:lstStyle/>
          <a:p>
            <a:r>
              <a:rPr lang="en-US" sz="1000" b="0" dirty="0"/>
              <a:t>Campaign Tracking</a:t>
            </a:r>
          </a:p>
        </p:txBody>
      </p:sp>
      <p:sp>
        <p:nvSpPr>
          <p:cNvPr id="174160" name="AutoShape 80"/>
          <p:cNvSpPr>
            <a:spLocks noChangeArrowheads="1"/>
          </p:cNvSpPr>
          <p:nvPr/>
        </p:nvSpPr>
        <p:spPr bwMode="auto">
          <a:xfrm rot="10800000" flipV="1">
            <a:off x="835996" y="5389164"/>
            <a:ext cx="571500" cy="495300"/>
          </a:xfrm>
          <a:custGeom>
            <a:avLst/>
            <a:gdLst>
              <a:gd name="G0" fmla="+- 9257 0 0"/>
              <a:gd name="G1" fmla="+- 18514 0 0"/>
              <a:gd name="G2" fmla="+- 7200 0 0"/>
              <a:gd name="G3" fmla="*/ 9257 1 2"/>
              <a:gd name="G4" fmla="+- G3 10800 0"/>
              <a:gd name="G5" fmla="+- 21600 9257 18514"/>
              <a:gd name="G6" fmla="+- 18514 7200 0"/>
              <a:gd name="G7" fmla="*/ G6 1 2"/>
              <a:gd name="G8" fmla="*/ 18514 2 1"/>
              <a:gd name="G9" fmla="+- G8 0 21600"/>
              <a:gd name="G10" fmla="*/ 21600 G0 G1"/>
              <a:gd name="G11" fmla="*/ 21600 G4 G1"/>
              <a:gd name="G12" fmla="*/ 21600 G5 G1"/>
              <a:gd name="G13" fmla="*/ 21600 G7 G1"/>
              <a:gd name="G14" fmla="*/ 18514 1 2"/>
              <a:gd name="G15" fmla="+- G5 0 G4"/>
              <a:gd name="G16" fmla="+- G0 0 G4"/>
              <a:gd name="G17" fmla="*/ G2 G15 G16"/>
              <a:gd name="T0" fmla="*/ 15429 w 21600"/>
              <a:gd name="T1" fmla="*/ 0 h 21600"/>
              <a:gd name="T2" fmla="*/ 9257 w 21600"/>
              <a:gd name="T3" fmla="*/ 7200 h 21600"/>
              <a:gd name="T4" fmla="*/ 0 w 21600"/>
              <a:gd name="T5" fmla="*/ 18001 h 21600"/>
              <a:gd name="T6" fmla="*/ 9257 w 21600"/>
              <a:gd name="T7" fmla="*/ 21600 h 21600"/>
              <a:gd name="T8" fmla="*/ 18514 w 21600"/>
              <a:gd name="T9" fmla="*/ 15000 h 21600"/>
              <a:gd name="T10" fmla="*/ 21600 w 21600"/>
              <a:gd name="T11" fmla="*/ 7200 h 21600"/>
              <a:gd name="T12" fmla="*/ 17694720 60000 65536"/>
              <a:gd name="T13" fmla="*/ 11796480 60000 65536"/>
              <a:gd name="T14" fmla="*/ 11796480 60000 65536"/>
              <a:gd name="T15" fmla="*/ 5898240 60000 65536"/>
              <a:gd name="T16" fmla="*/ 0 60000 65536"/>
              <a:gd name="T17" fmla="*/ 0 60000 65536"/>
              <a:gd name="T18" fmla="*/ 0 w 21600"/>
              <a:gd name="T19" fmla="*/ G12 h 21600"/>
              <a:gd name="T20" fmla="*/ G1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429" y="0"/>
                </a:moveTo>
                <a:lnTo>
                  <a:pt x="9257" y="7200"/>
                </a:lnTo>
                <a:lnTo>
                  <a:pt x="12343" y="7200"/>
                </a:lnTo>
                <a:lnTo>
                  <a:pt x="12343" y="14400"/>
                </a:lnTo>
                <a:lnTo>
                  <a:pt x="0" y="14400"/>
                </a:lnTo>
                <a:lnTo>
                  <a:pt x="0" y="21600"/>
                </a:lnTo>
                <a:lnTo>
                  <a:pt x="18514" y="21600"/>
                </a:lnTo>
                <a:lnTo>
                  <a:pt x="18514" y="7200"/>
                </a:lnTo>
                <a:lnTo>
                  <a:pt x="21600" y="7200"/>
                </a:lnTo>
                <a:close/>
              </a:path>
            </a:pathLst>
          </a:custGeom>
          <a:solidFill>
            <a:schemeClr val="hlink"/>
          </a:solidFill>
          <a:ln w="9525">
            <a:solidFill>
              <a:schemeClr val="tx1"/>
            </a:solidFill>
            <a:miter lim="800000"/>
            <a:headEnd/>
            <a:tailEnd/>
          </a:ln>
          <a:effectLst>
            <a:outerShdw dist="107763" dir="2700000" algn="ctr" rotWithShape="0">
              <a:schemeClr val="bg2"/>
            </a:outerShdw>
          </a:effectLst>
        </p:spPr>
        <p:txBody>
          <a:bodyPr wrap="none" anchor="ctr"/>
          <a:lstStyle/>
          <a:p>
            <a:pPr>
              <a:defRPr/>
            </a:pPr>
            <a:endParaRPr lang="en-US" dirty="0"/>
          </a:p>
        </p:txBody>
      </p:sp>
      <p:sp>
        <p:nvSpPr>
          <p:cNvPr id="174161" name="AutoShape 81"/>
          <p:cNvSpPr>
            <a:spLocks noChangeArrowheads="1"/>
          </p:cNvSpPr>
          <p:nvPr/>
        </p:nvSpPr>
        <p:spPr bwMode="auto">
          <a:xfrm rot="-27000000">
            <a:off x="1126508" y="2112564"/>
            <a:ext cx="381000" cy="457200"/>
          </a:xfrm>
          <a:prstGeom prst="rightArrow">
            <a:avLst>
              <a:gd name="adj1" fmla="val 50000"/>
              <a:gd name="adj2" fmla="val 25000"/>
            </a:avLst>
          </a:prstGeom>
          <a:solidFill>
            <a:schemeClr val="hlink"/>
          </a:solidFill>
          <a:ln w="9525">
            <a:solidFill>
              <a:schemeClr val="tx1"/>
            </a:solidFill>
            <a:miter lim="800000"/>
            <a:headEnd/>
            <a:tailEnd/>
          </a:ln>
          <a:effectLst>
            <a:outerShdw dist="107763" dir="2700000" algn="ctr" rotWithShape="0">
              <a:schemeClr val="bg2"/>
            </a:outerShdw>
          </a:effectLst>
        </p:spPr>
        <p:txBody>
          <a:bodyPr wrap="none" anchor="ctr"/>
          <a:lstStyle/>
          <a:p>
            <a:pPr>
              <a:defRPr/>
            </a:pPr>
            <a:endParaRPr lang="en-US" dirty="0"/>
          </a:p>
        </p:txBody>
      </p:sp>
      <p:sp>
        <p:nvSpPr>
          <p:cNvPr id="68" name="Title 2"/>
          <p:cNvSpPr>
            <a:spLocks noGrp="1"/>
          </p:cNvSpPr>
          <p:nvPr>
            <p:ph type="title"/>
          </p:nvPr>
        </p:nvSpPr>
        <p:spPr>
          <a:xfrm>
            <a:off x="257175" y="222250"/>
            <a:ext cx="8323263" cy="746125"/>
          </a:xfrm>
        </p:spPr>
        <p:txBody>
          <a:bodyPr/>
          <a:lstStyle/>
          <a:p>
            <a:r>
              <a:rPr lang="en-US" dirty="0"/>
              <a:t>Direct Marketing Life Cycle with Analytics embedded</a:t>
            </a:r>
            <a:endParaRPr lang="en-IN" dirty="0"/>
          </a:p>
        </p:txBody>
      </p:sp>
      <p:sp>
        <p:nvSpPr>
          <p:cNvPr id="69" name="TextBox 68"/>
          <p:cNvSpPr txBox="1"/>
          <p:nvPr/>
        </p:nvSpPr>
        <p:spPr>
          <a:xfrm>
            <a:off x="3035300" y="2971800"/>
            <a:ext cx="3289811" cy="1200329"/>
          </a:xfrm>
          <a:prstGeom prst="rect">
            <a:avLst/>
          </a:prstGeom>
          <a:solidFill>
            <a:srgbClr val="C00000"/>
          </a:solidFill>
        </p:spPr>
        <p:txBody>
          <a:bodyPr wrap="none" rtlCol="0">
            <a:spAutoFit/>
          </a:bodyPr>
          <a:lstStyle/>
          <a:p>
            <a:r>
              <a:rPr lang="en-US" b="1" dirty="0">
                <a:solidFill>
                  <a:schemeClr val="bg1"/>
                </a:solidFill>
              </a:rPr>
              <a:t>  Optimized budget spend</a:t>
            </a:r>
          </a:p>
          <a:p>
            <a:r>
              <a:rPr lang="en-US" b="1" dirty="0">
                <a:solidFill>
                  <a:schemeClr val="bg1"/>
                </a:solidFill>
              </a:rPr>
              <a:t>  High conversion rate</a:t>
            </a:r>
          </a:p>
          <a:p>
            <a:r>
              <a:rPr lang="en-US" b="1" dirty="0">
                <a:solidFill>
                  <a:schemeClr val="bg1"/>
                </a:solidFill>
              </a:rPr>
              <a:t>  Quantifiable ROI</a:t>
            </a:r>
          </a:p>
          <a:p>
            <a:r>
              <a:rPr lang="en-US" b="1" dirty="0">
                <a:solidFill>
                  <a:schemeClr val="bg1"/>
                </a:solidFill>
              </a:rPr>
              <a:t>  Improvement of next campaign</a:t>
            </a:r>
          </a:p>
        </p:txBody>
      </p:sp>
    </p:spTree>
    <p:extLst>
      <p:ext uri="{BB962C8B-B14F-4D97-AF65-F5344CB8AC3E}">
        <p14:creationId xmlns:p14="http://schemas.microsoft.com/office/powerpoint/2010/main" val="3270299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514974" y="1761230"/>
            <a:ext cx="8051800" cy="4343400"/>
          </a:xfrm>
        </p:spPr>
        <p:txBody>
          <a:bodyPr anchor="ctr">
            <a:noAutofit/>
          </a:bodyPr>
          <a:lstStyle/>
          <a:p>
            <a:pPr algn="ctr"/>
            <a:r>
              <a:rPr lang="en-US" sz="3600" b="1" dirty="0">
                <a:solidFill>
                  <a:schemeClr val="tx1"/>
                </a:solidFill>
              </a:rPr>
              <a:t>Thank you!</a:t>
            </a:r>
          </a:p>
        </p:txBody>
      </p:sp>
      <p:pic>
        <p:nvPicPr>
          <p:cNvPr id="9" name="Picture 8" descr="Map.png"/>
          <p:cNvPicPr>
            <a:picLocks noChangeAspect="1"/>
          </p:cNvPicPr>
          <p:nvPr/>
        </p:nvPicPr>
        <p:blipFill>
          <a:blip r:embed="rId3" cstate="print"/>
          <a:stretch>
            <a:fillRect/>
          </a:stretch>
        </p:blipFill>
        <p:spPr>
          <a:xfrm rot="21346149">
            <a:off x="6288399" y="2551079"/>
            <a:ext cx="2268370" cy="2181638"/>
          </a:xfrm>
          <a:prstGeom prst="rect">
            <a:avLst/>
          </a:prstGeom>
        </p:spPr>
      </p:pic>
    </p:spTree>
    <p:extLst>
      <p:ext uri="{BB962C8B-B14F-4D97-AF65-F5344CB8AC3E}">
        <p14:creationId xmlns:p14="http://schemas.microsoft.com/office/powerpoint/2010/main" val="2279931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3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800" decel="100000"/>
                                        <p:tgtEl>
                                          <p:spTgt spid="9"/>
                                        </p:tgtEl>
                                      </p:cBhvr>
                                    </p:animEffect>
                                    <p:anim calcmode="lin" valueType="num">
                                      <p:cBhvr>
                                        <p:cTn id="11" dur="800" decel="100000" fill="hold"/>
                                        <p:tgtEl>
                                          <p:spTgt spid="9"/>
                                        </p:tgtEl>
                                        <p:attrNameLst>
                                          <p:attrName>style.rotation</p:attrName>
                                        </p:attrNameLst>
                                      </p:cBhvr>
                                      <p:tavLst>
                                        <p:tav tm="0">
                                          <p:val>
                                            <p:fltVal val="-90"/>
                                          </p:val>
                                        </p:tav>
                                        <p:tav tm="100000">
                                          <p:val>
                                            <p:fltVal val="0"/>
                                          </p:val>
                                        </p:tav>
                                      </p:tavLst>
                                    </p:anim>
                                    <p:anim calcmode="lin" valueType="num">
                                      <p:cBhvr>
                                        <p:cTn id="12" dur="800" decel="100000" fill="hold"/>
                                        <p:tgtEl>
                                          <p:spTgt spid="9"/>
                                        </p:tgtEl>
                                        <p:attrNameLst>
                                          <p:attrName>ppt_x</p:attrName>
                                        </p:attrNameLst>
                                      </p:cBhvr>
                                      <p:tavLst>
                                        <p:tav tm="0">
                                          <p:val>
                                            <p:strVal val="#ppt_x+0.4"/>
                                          </p:val>
                                        </p:tav>
                                        <p:tav tm="100000">
                                          <p:val>
                                            <p:strVal val="#ppt_x-0.05"/>
                                          </p:val>
                                        </p:tav>
                                      </p:tavLst>
                                    </p:anim>
                                    <p:anim calcmode="lin" valueType="num">
                                      <p:cBhvr>
                                        <p:cTn id="13" dur="800" decel="100000" fill="hold"/>
                                        <p:tgtEl>
                                          <p:spTgt spid="9"/>
                                        </p:tgtEl>
                                        <p:attrNameLst>
                                          <p:attrName>ppt_y</p:attrName>
                                        </p:attrNameLst>
                                      </p:cBhvr>
                                      <p:tavLst>
                                        <p:tav tm="0">
                                          <p:val>
                                            <p:strVal val="#ppt_y-0.4"/>
                                          </p:val>
                                        </p:tav>
                                        <p:tav tm="100000">
                                          <p:val>
                                            <p:strVal val="#ppt_y+0.1"/>
                                          </p:val>
                                        </p:tav>
                                      </p:tavLst>
                                    </p:anim>
                                    <p:anim calcmode="lin" valueType="num">
                                      <p:cBhvr>
                                        <p:cTn id="14" dur="200" accel="100000" fill="hold">
                                          <p:stCondLst>
                                            <p:cond delay="800"/>
                                          </p:stCondLst>
                                        </p:cTn>
                                        <p:tgtEl>
                                          <p:spTgt spid="9"/>
                                        </p:tgtEl>
                                        <p:attrNameLst>
                                          <p:attrName>ppt_x</p:attrName>
                                        </p:attrNameLst>
                                      </p:cBhvr>
                                      <p:tavLst>
                                        <p:tav tm="0">
                                          <p:val>
                                            <p:strVal val="#ppt_x-0.05"/>
                                          </p:val>
                                        </p:tav>
                                        <p:tav tm="100000">
                                          <p:val>
                                            <p:strVal val="#ppt_x"/>
                                          </p:val>
                                        </p:tav>
                                      </p:tavLst>
                                    </p:anim>
                                    <p:anim calcmode="lin" valueType="num">
                                      <p:cBhvr>
                                        <p:cTn id="15" dur="200" accel="100000" fill="hold">
                                          <p:stCondLst>
                                            <p:cond delay="800"/>
                                          </p:stCondLst>
                                        </p:cTn>
                                        <p:tgtEl>
                                          <p:spTgt spid="9"/>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sSufiwoQkC1lOxTTRUsTg"/>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 name="THINKCELLSTATEDONOTDELETE" val="g5jW0Le66EihnkqWPtqX5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wc1jl4a8wU.n9Xj_qDg22Q"/>
</p:tagLst>
</file>

<file path=ppt/tags/tag5.xml><?xml version="1.0" encoding="utf-8"?>
<p:tagLst xmlns:a="http://schemas.openxmlformats.org/drawingml/2006/main" xmlns:r="http://schemas.openxmlformats.org/officeDocument/2006/relationships" xmlns:p="http://schemas.openxmlformats.org/presentationml/2006/main">
  <p:tag name="NAME" val="Rectangle"/>
</p:tagLst>
</file>

<file path=ppt/tags/tag6.xml><?xml version="1.0" encoding="utf-8"?>
<p:tagLst xmlns:a="http://schemas.openxmlformats.org/drawingml/2006/main" xmlns:r="http://schemas.openxmlformats.org/officeDocument/2006/relationships" xmlns:p="http://schemas.openxmlformats.org/presentationml/2006/main">
  <p:tag name="NAME" val="Rectangle"/>
</p:tagLst>
</file>

<file path=ppt/tags/tag7.xml><?xml version="1.0" encoding="utf-8"?>
<p:tagLst xmlns:a="http://schemas.openxmlformats.org/drawingml/2006/main" xmlns:r="http://schemas.openxmlformats.org/officeDocument/2006/relationships" xmlns:p="http://schemas.openxmlformats.org/presentationml/2006/main">
  <p:tag name="NAME" val="Rectangle"/>
</p:tagLst>
</file>

<file path=ppt/tags/tag8.xml><?xml version="1.0" encoding="utf-8"?>
<p:tagLst xmlns:a="http://schemas.openxmlformats.org/drawingml/2006/main" xmlns:r="http://schemas.openxmlformats.org/officeDocument/2006/relationships" xmlns:p="http://schemas.openxmlformats.org/presentationml/2006/main">
  <p:tag name="NAME" val="Rectangle"/>
</p:tagLst>
</file>

<file path=ppt/tags/tag9.xml><?xml version="1.0" encoding="utf-8"?>
<p:tagLst xmlns:a="http://schemas.openxmlformats.org/drawingml/2006/main" xmlns:r="http://schemas.openxmlformats.org/officeDocument/2006/relationships" xmlns:p="http://schemas.openxmlformats.org/presentationml/2006/main">
  <p:tag name="NAME" val="Rectangle"/>
</p:tagLst>
</file>

<file path=ppt/tags/tag10.xml><?xml version="1.0" encoding="utf-8"?>
<p:tagLst xmlns:a="http://schemas.openxmlformats.org/drawingml/2006/main" xmlns:r="http://schemas.openxmlformats.org/officeDocument/2006/relationships" xmlns:p="http://schemas.openxmlformats.org/presentationml/2006/main">
  <p:tag name="NAME" val="RectangleShape"/>
</p:tagLst>
</file>

<file path=ppt/tags/tag11.xml><?xml version="1.0" encoding="utf-8"?>
<p:tagLst xmlns:a="http://schemas.openxmlformats.org/drawingml/2006/main" xmlns:r="http://schemas.openxmlformats.org/officeDocument/2006/relationships" xmlns:p="http://schemas.openxmlformats.org/presentationml/2006/main">
  <p:tag name="NAME" val="RectangleText"/>
</p:tagLst>
</file>

<file path=ppt/tags/tag12.xml><?xml version="1.0" encoding="utf-8"?>
<p:tagLst xmlns:a="http://schemas.openxmlformats.org/drawingml/2006/main" xmlns:r="http://schemas.openxmlformats.org/officeDocument/2006/relationships" xmlns:p="http://schemas.openxmlformats.org/presentationml/2006/main">
  <p:tag name="NAME" val="RectangleShape"/>
</p:tagLst>
</file>

<file path=ppt/tags/tag13.xml><?xml version="1.0" encoding="utf-8"?>
<p:tagLst xmlns:a="http://schemas.openxmlformats.org/drawingml/2006/main" xmlns:r="http://schemas.openxmlformats.org/officeDocument/2006/relationships" xmlns:p="http://schemas.openxmlformats.org/presentationml/2006/main">
  <p:tag name="NAME" val="RectangleText"/>
</p:tagLst>
</file>

<file path=ppt/tags/tag14.xml><?xml version="1.0" encoding="utf-8"?>
<p:tagLst xmlns:a="http://schemas.openxmlformats.org/drawingml/2006/main" xmlns:r="http://schemas.openxmlformats.org/officeDocument/2006/relationships" xmlns:p="http://schemas.openxmlformats.org/presentationml/2006/main">
  <p:tag name="NAME" val="RectangleShape"/>
</p:tagLst>
</file>

<file path=ppt/tags/tag15.xml><?xml version="1.0" encoding="utf-8"?>
<p:tagLst xmlns:a="http://schemas.openxmlformats.org/drawingml/2006/main" xmlns:r="http://schemas.openxmlformats.org/officeDocument/2006/relationships" xmlns:p="http://schemas.openxmlformats.org/presentationml/2006/main">
  <p:tag name="NAME" val="RectangleText"/>
</p:tagLst>
</file>

<file path=ppt/tags/tag16.xml><?xml version="1.0" encoding="utf-8"?>
<p:tagLst xmlns:a="http://schemas.openxmlformats.org/drawingml/2006/main" xmlns:r="http://schemas.openxmlformats.org/officeDocument/2006/relationships" xmlns:p="http://schemas.openxmlformats.org/presentationml/2006/main">
  <p:tag name="NAME" val="RectangleShape"/>
</p:tagLst>
</file>

<file path=ppt/tags/tag17.xml><?xml version="1.0" encoding="utf-8"?>
<p:tagLst xmlns:a="http://schemas.openxmlformats.org/drawingml/2006/main" xmlns:r="http://schemas.openxmlformats.org/officeDocument/2006/relationships" xmlns:p="http://schemas.openxmlformats.org/presentationml/2006/main">
  <p:tag name="NAME" val="RectangleText"/>
</p:tagLst>
</file>

<file path=ppt/tags/tag18.xml><?xml version="1.0" encoding="utf-8"?>
<p:tagLst xmlns:a="http://schemas.openxmlformats.org/drawingml/2006/main" xmlns:r="http://schemas.openxmlformats.org/officeDocument/2006/relationships" xmlns:p="http://schemas.openxmlformats.org/presentationml/2006/main">
  <p:tag name="NAME" val="RectangleShape"/>
</p:tagLst>
</file>

<file path=ppt/tags/tag19.xml><?xml version="1.0" encoding="utf-8"?>
<p:tagLst xmlns:a="http://schemas.openxmlformats.org/drawingml/2006/main" xmlns:r="http://schemas.openxmlformats.org/officeDocument/2006/relationships" xmlns:p="http://schemas.openxmlformats.org/presentationml/2006/main">
  <p:tag name="NAME" val="RectangleText"/>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sSufiwoQkC1lOxTTRUsTg"/>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 name="THINKCELLSTATEDONOTDELETE" val="g5jW0Le66EihnkqWPtqX5Q"/>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wc1jl4a8wU.n9Xj_qDg22Q"/>
</p:tagLst>
</file>

<file path=ppt/tags/tag23.xml><?xml version="1.0" encoding="utf-8"?>
<p:tagLst xmlns:a="http://schemas.openxmlformats.org/drawingml/2006/main" xmlns:r="http://schemas.openxmlformats.org/officeDocument/2006/relationships" xmlns:p="http://schemas.openxmlformats.org/presentationml/2006/main">
  <p:tag name="NAME" val="Rectangle"/>
</p:tagLst>
</file>

<file path=ppt/tags/tag24.xml><?xml version="1.0" encoding="utf-8"?>
<p:tagLst xmlns:a="http://schemas.openxmlformats.org/drawingml/2006/main" xmlns:r="http://schemas.openxmlformats.org/officeDocument/2006/relationships" xmlns:p="http://schemas.openxmlformats.org/presentationml/2006/main">
  <p:tag name="NAME" val="Rectangle"/>
</p:tagLst>
</file>

<file path=ppt/tags/tag25.xml><?xml version="1.0" encoding="utf-8"?>
<p:tagLst xmlns:a="http://schemas.openxmlformats.org/drawingml/2006/main" xmlns:r="http://schemas.openxmlformats.org/officeDocument/2006/relationships" xmlns:p="http://schemas.openxmlformats.org/presentationml/2006/main">
  <p:tag name="NAME" val="Rectangle"/>
</p:tagLst>
</file>

<file path=ppt/tags/tag26.xml><?xml version="1.0" encoding="utf-8"?>
<p:tagLst xmlns:a="http://schemas.openxmlformats.org/drawingml/2006/main" xmlns:r="http://schemas.openxmlformats.org/officeDocument/2006/relationships" xmlns:p="http://schemas.openxmlformats.org/presentationml/2006/main">
  <p:tag name="NAME" val="RectangleShape"/>
</p:tagLst>
</file>

<file path=ppt/tags/tag27.xml><?xml version="1.0" encoding="utf-8"?>
<p:tagLst xmlns:a="http://schemas.openxmlformats.org/drawingml/2006/main" xmlns:r="http://schemas.openxmlformats.org/officeDocument/2006/relationships" xmlns:p="http://schemas.openxmlformats.org/presentationml/2006/main">
  <p:tag name="NAME" val="RectangleText"/>
</p:tagLst>
</file>

<file path=ppt/tags/tag28.xml><?xml version="1.0" encoding="utf-8"?>
<p:tagLst xmlns:a="http://schemas.openxmlformats.org/drawingml/2006/main" xmlns:r="http://schemas.openxmlformats.org/officeDocument/2006/relationships" xmlns:p="http://schemas.openxmlformats.org/presentationml/2006/main">
  <p:tag name="NAME" val="RectangleShape"/>
</p:tagLst>
</file>

<file path=ppt/tags/tag29.xml><?xml version="1.0" encoding="utf-8"?>
<p:tagLst xmlns:a="http://schemas.openxmlformats.org/drawingml/2006/main" xmlns:r="http://schemas.openxmlformats.org/officeDocument/2006/relationships" xmlns:p="http://schemas.openxmlformats.org/presentationml/2006/main">
  <p:tag name="NAME" val="RectangleText"/>
</p:tagLst>
</file>

<file path=ppt/tags/tag30.xml><?xml version="1.0" encoding="utf-8"?>
<p:tagLst xmlns:a="http://schemas.openxmlformats.org/drawingml/2006/main" xmlns:r="http://schemas.openxmlformats.org/officeDocument/2006/relationships" xmlns:p="http://schemas.openxmlformats.org/presentationml/2006/main">
  <p:tag name="NAME" val="RectangleShape"/>
</p:tagLst>
</file>

<file path=ppt/tags/tag31.xml><?xml version="1.0" encoding="utf-8"?>
<p:tagLst xmlns:a="http://schemas.openxmlformats.org/drawingml/2006/main" xmlns:r="http://schemas.openxmlformats.org/officeDocument/2006/relationships" xmlns:p="http://schemas.openxmlformats.org/presentationml/2006/main">
  <p:tag name="NAME" val="RectangleText"/>
</p:tagLst>
</file>

<file path=ppt/theme/theme1.xml><?xml version="1.0" encoding="utf-8"?>
<a:theme xmlns:a="http://schemas.openxmlformats.org/drawingml/2006/main" name="Office Theme">
  <a:themeElements>
    <a:clrScheme name="Custom 8">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B7DDE8"/>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15201</TotalTime>
  <Words>2797</Words>
  <Application>Microsoft Macintosh PowerPoint</Application>
  <PresentationFormat>On-screen Show (4:3)</PresentationFormat>
  <Paragraphs>375</Paragraphs>
  <Slides>27</Slides>
  <Notes>13</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3</vt:i4>
      </vt:variant>
      <vt:variant>
        <vt:lpstr>Slide Titles</vt:lpstr>
      </vt:variant>
      <vt:variant>
        <vt:i4>27</vt:i4>
      </vt:variant>
    </vt:vector>
  </HeadingPairs>
  <TitlesOfParts>
    <vt:vector size="34" baseType="lpstr">
      <vt:lpstr>Arial</vt:lpstr>
      <vt:lpstr>Calibri</vt:lpstr>
      <vt:lpstr>Verdana</vt:lpstr>
      <vt:lpstr>Office Theme</vt:lpstr>
      <vt:lpstr>think-cell Slide</vt:lpstr>
      <vt:lpstr>TCLayout.ActiveDocument</vt:lpstr>
      <vt:lpstr>Photo Editor Photo</vt:lpstr>
      <vt:lpstr>   Marketing and Retail Analytics    </vt:lpstr>
      <vt:lpstr>Quiz- Some basic terms in Retail(1/2)</vt:lpstr>
      <vt:lpstr>Quiz- Some basic terms in Retail(2/2)</vt:lpstr>
      <vt:lpstr>Quiz- Some basic terms in Marketing(1/2)</vt:lpstr>
      <vt:lpstr>Format Definition</vt:lpstr>
      <vt:lpstr>Format Definition (Contd.)</vt:lpstr>
      <vt:lpstr>Why an Analytics Health Check is necessary ?</vt:lpstr>
      <vt:lpstr>PowerPoint Presentation</vt:lpstr>
      <vt:lpstr>Top 10 stores visa-vis top 100k shoppers</vt:lpstr>
      <vt:lpstr>Grow top line through Marketing</vt:lpstr>
      <vt:lpstr>PowerPoint Presentation</vt:lpstr>
      <vt:lpstr>Would you try and beat your competitor on price for key products as compared to adopting a low price strategy  for items that are bought by price sensitive customers ?</vt:lpstr>
      <vt:lpstr>Through these Caselets we have covered some important concepts- Can you define them in simple terms ?</vt:lpstr>
      <vt:lpstr>Customer Loyalty</vt:lpstr>
      <vt:lpstr>Consumer Analytics</vt:lpstr>
      <vt:lpstr>Actions to be taken using RFM segments</vt:lpstr>
      <vt:lpstr>Collapsing the RFM segments</vt:lpstr>
      <vt:lpstr>Products are categorised using Customer Lifestyle Attributes</vt:lpstr>
      <vt:lpstr>Can you come up with 50 pre-identified Customer Lifestyle Attributes for Reliance Retail ?</vt:lpstr>
      <vt:lpstr>These dimensions make up each customers  ‘Lifestyles DNA’ or persona</vt:lpstr>
      <vt:lpstr>Customer Life segments</vt:lpstr>
      <vt:lpstr>Most frequent complaint from clients/stakeholders- we get tables, charts and models but little insights and recommendations</vt:lpstr>
      <vt:lpstr>Create Insights and prepare a dashboard from the loyalty data set</vt:lpstr>
      <vt:lpstr>Survey – some points to remember</vt:lpstr>
      <vt:lpstr>Direct Marketing Life Cycle without Analytics</vt:lpstr>
      <vt:lpstr>Direct Marketing Life Cycle with Analytics embedded</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BHARAT KAUSHIK</dc:creator>
  <cp:lastModifiedBy>Microsoft Office User</cp:lastModifiedBy>
  <cp:revision>1334</cp:revision>
  <dcterms:created xsi:type="dcterms:W3CDTF">2010-01-01T11:11:30Z</dcterms:created>
  <dcterms:modified xsi:type="dcterms:W3CDTF">2020-08-02T07:31:52Z</dcterms:modified>
</cp:coreProperties>
</file>